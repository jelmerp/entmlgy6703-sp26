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0" r:id="rId3"/>
    <p:sldId id="263" r:id="rId4"/>
    <p:sldId id="262" r:id="rId5"/>
    <p:sldId id="260" r:id="rId6"/>
    <p:sldId id="264" r:id="rId7"/>
    <p:sldId id="265" r:id="rId8"/>
    <p:sldId id="266" r:id="rId9"/>
    <p:sldId id="267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61"/>
    <p:restoredTop sz="94707"/>
  </p:normalViewPr>
  <p:slideViewPr>
    <p:cSldViewPr snapToGrid="0">
      <p:cViewPr varScale="1">
        <p:scale>
          <a:sx n="114" d="100"/>
          <a:sy n="114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7593-C704-3661-F878-67295A78F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9FD77-ECE1-83D4-2DDB-B0F6B49EC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090DF-BBBD-96F6-4287-6EAA5DC4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B973-3B23-B1A6-1E47-7C02E13F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DC67-76CD-092A-C406-1EE0580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10F-FA37-DB7F-2508-CA44C223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25B-1975-F930-6CFF-09D26670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99D5-A655-98D9-A760-33730832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5C45-3D4E-4533-A40E-F06315AC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7117-0C91-8451-FFD8-312C8F50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2C68-E930-C27A-2E20-854BFD53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20E0-8D62-E63D-1F41-B442FA8F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684D-6541-5CC6-A04D-CCE3A12C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0E0A-F091-3F88-CFDA-DCCB4AD5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2141-2D84-4CA4-5A18-16B1C843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DD4-C7DE-A0C0-1890-DA808BA0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E5DC-462D-5BFE-DD92-BF2B83D7D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2554-C937-4195-F183-E5E92DB8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34DE-F00E-56C0-9BCB-C55C45C9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B4CC2-79A8-47F7-9D67-068DC571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4E3A9-FB22-3B26-4FDA-661E46E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1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FB1B-6558-5692-9B4D-5F21965C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3D42-57BE-8056-98CF-59994BE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A66F9-F517-8946-081F-1427E864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87B23-5438-ED0F-1B1B-721AD9678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E43A7-5604-CC37-6F0D-5C5291AC2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07263-B172-777A-1C89-AD383247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0237C-6DB0-6C62-C47D-8312194E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31CF9-8BB4-173C-818C-FF95C87D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DC62-6015-0827-5D1E-14003E7E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5B868-213B-65CC-619E-8786AF0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D3F24-89C8-07A0-373D-B1144AE2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85917-7606-22C3-368B-2A89E949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1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B75CA-480D-CAF4-5F13-A8086A5A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7D36C-0D78-53B8-9932-2150B2E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9946-C58F-465E-AF62-05868F69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4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689C-76F8-9D57-07D2-EAD8CC18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5822-0723-FAAD-B941-9611005E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FA878-36CD-E802-5B82-1E547509A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6886F-6C15-AAEE-A59C-DC054C83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142ED-E517-150D-571E-72B6902B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0A84-3415-61FD-D776-373A88DC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608E-24F4-3B11-74F3-F2330234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1481C-AFB2-33D5-6F40-5A77D237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B46D-0481-AD81-2D47-1A94886A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3E5E-25FA-A1B6-EAFD-D5DF2AC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8771F-5F4A-FE61-2B0D-269ED1E6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6DDB2-BAA0-9C16-3140-B34E54DA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4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A693-C04B-9630-8541-0517512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6D163-0872-3B86-F6D1-1A116F66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55B8-6A79-30EB-8188-C1049CA7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F99B4-28EE-2D52-F807-68C7F223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D58C-FA9B-4566-8E88-6C341B5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3E5EC-E636-5283-82FC-620B9DB69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FFB9E-C6BF-3BC4-1219-2A2ED74D6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6AD3-8BEC-DFA8-1F6D-8606EABC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22B0-16A3-81A7-473D-8300427A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97B0-6D82-AD4E-3DB2-945A35DF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8384C-A6C8-AD04-7E24-78ACDDB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759A-ACC9-F0A2-585B-C99F47BF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E4FAB-E014-1B6F-BDEE-16C3CD05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94D3A-5671-8A49-9AEF-18E5BEA94A8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2AFD-D57E-7642-568B-04E22E01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49E8-85E8-710A-7D31-F49057C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5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68D9-35E6-BD5F-6C5E-8B8F5D96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6A2F2C-B419-9E54-B2B2-24870F298DE5}"/>
              </a:ext>
            </a:extLst>
          </p:cNvPr>
          <p:cNvSpPr/>
          <p:nvPr/>
        </p:nvSpPr>
        <p:spPr>
          <a:xfrm>
            <a:off x="2895600" y="5069306"/>
            <a:ext cx="1203158" cy="51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F3595A-4B56-EFAC-AF7B-82756C8DF991}"/>
              </a:ext>
            </a:extLst>
          </p:cNvPr>
          <p:cNvSpPr/>
          <p:nvPr/>
        </p:nvSpPr>
        <p:spPr>
          <a:xfrm>
            <a:off x="2069431" y="3429000"/>
            <a:ext cx="1203158" cy="1993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30FD5-F83B-4ACC-78DB-9E3B7DAAD270}"/>
              </a:ext>
            </a:extLst>
          </p:cNvPr>
          <p:cNvSpPr/>
          <p:nvPr/>
        </p:nvSpPr>
        <p:spPr>
          <a:xfrm>
            <a:off x="3569018" y="3411669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different types of dna&#10;&#10;AI-generated content may be incorrect.">
            <a:extLst>
              <a:ext uri="{FF2B5EF4-FFF2-40B4-BE49-F238E27FC236}">
                <a16:creationId xmlns:a16="http://schemas.microsoft.com/office/drawing/2014/main" id="{19C45D95-AC44-C2B1-C25B-7ED0FF10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229" y="981078"/>
            <a:ext cx="7772400" cy="48611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88FA5F-C754-D7E3-E635-7C18A756D2A6}"/>
              </a:ext>
            </a:extLst>
          </p:cNvPr>
          <p:cNvSpPr/>
          <p:nvPr/>
        </p:nvSpPr>
        <p:spPr>
          <a:xfrm>
            <a:off x="1759229" y="1015740"/>
            <a:ext cx="1809789" cy="2395929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0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A877-1863-2AC7-5AF1-21645928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6CEE84C2-F429-1F39-E675-E36BFC28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35" b="67696"/>
          <a:stretch>
            <a:fillRect/>
          </a:stretch>
        </p:blipFill>
        <p:spPr>
          <a:xfrm>
            <a:off x="1885297" y="1135215"/>
            <a:ext cx="7772400" cy="12564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0744EAD-DBB5-68B8-6548-476442E96563}"/>
              </a:ext>
            </a:extLst>
          </p:cNvPr>
          <p:cNvSpPr/>
          <p:nvPr/>
        </p:nvSpPr>
        <p:spPr>
          <a:xfrm>
            <a:off x="2895600" y="5069306"/>
            <a:ext cx="1203158" cy="51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202E11-F0DE-8DB7-B977-8B437775535D}"/>
              </a:ext>
            </a:extLst>
          </p:cNvPr>
          <p:cNvSpPr/>
          <p:nvPr/>
        </p:nvSpPr>
        <p:spPr>
          <a:xfrm>
            <a:off x="1885296" y="785377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CE6E1-EE53-CD5D-9C28-3C71C4ACB7C0}"/>
              </a:ext>
            </a:extLst>
          </p:cNvPr>
          <p:cNvSpPr txBox="1"/>
          <p:nvPr/>
        </p:nvSpPr>
        <p:spPr>
          <a:xfrm>
            <a:off x="2421264" y="827004"/>
            <a:ext cx="12465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7B000C-AD74-4B16-8BAE-092B63B97626}"/>
              </a:ext>
            </a:extLst>
          </p:cNvPr>
          <p:cNvSpPr/>
          <p:nvPr/>
        </p:nvSpPr>
        <p:spPr>
          <a:xfrm>
            <a:off x="4387166" y="781272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825855-0166-C9E5-8096-3A90AB09AFA5}"/>
              </a:ext>
            </a:extLst>
          </p:cNvPr>
          <p:cNvSpPr txBox="1"/>
          <p:nvPr/>
        </p:nvSpPr>
        <p:spPr>
          <a:xfrm>
            <a:off x="3714769" y="818982"/>
            <a:ext cx="18528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Extract RNA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01704D-C706-2964-740C-B84AEA892785}"/>
              </a:ext>
            </a:extLst>
          </p:cNvPr>
          <p:cNvSpPr/>
          <p:nvPr/>
        </p:nvSpPr>
        <p:spPr>
          <a:xfrm>
            <a:off x="2069431" y="3429000"/>
            <a:ext cx="1203158" cy="1993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53128B-AF08-ECB7-6921-A049C1B1D7F0}"/>
              </a:ext>
            </a:extLst>
          </p:cNvPr>
          <p:cNvSpPr/>
          <p:nvPr/>
        </p:nvSpPr>
        <p:spPr>
          <a:xfrm>
            <a:off x="3569018" y="3411669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0A57E-703F-0C98-63D4-A39AB8A76A5D}"/>
              </a:ext>
            </a:extLst>
          </p:cNvPr>
          <p:cNvSpPr txBox="1"/>
          <p:nvPr/>
        </p:nvSpPr>
        <p:spPr>
          <a:xfrm>
            <a:off x="7148342" y="680917"/>
            <a:ext cx="12465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</a:t>
            </a:r>
            <a:b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BC533-DF7F-1705-AF3C-950DCC92B8E3}"/>
              </a:ext>
            </a:extLst>
          </p:cNvPr>
          <p:cNvSpPr/>
          <p:nvPr/>
        </p:nvSpPr>
        <p:spPr>
          <a:xfrm>
            <a:off x="7379018" y="2707888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9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25AA-14B4-481B-DC91-9A723E1A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4278F53D-1F20-0D3C-E64E-ABD38579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35" b="3845"/>
          <a:stretch>
            <a:fillRect/>
          </a:stretch>
        </p:blipFill>
        <p:spPr>
          <a:xfrm>
            <a:off x="1885297" y="1135215"/>
            <a:ext cx="7772400" cy="44313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5CE0AEB-BB95-2F30-E07D-DBA0CC555EF1}"/>
              </a:ext>
            </a:extLst>
          </p:cNvPr>
          <p:cNvSpPr/>
          <p:nvPr/>
        </p:nvSpPr>
        <p:spPr>
          <a:xfrm>
            <a:off x="2895600" y="5069306"/>
            <a:ext cx="1203158" cy="51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E5B7A7-B8D5-387F-4364-B3B4EDD1B451}"/>
              </a:ext>
            </a:extLst>
          </p:cNvPr>
          <p:cNvSpPr/>
          <p:nvPr/>
        </p:nvSpPr>
        <p:spPr>
          <a:xfrm>
            <a:off x="1885296" y="785377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2F45D-77CF-8BE1-1CBC-DF21B8A0AE4F}"/>
              </a:ext>
            </a:extLst>
          </p:cNvPr>
          <p:cNvSpPr txBox="1"/>
          <p:nvPr/>
        </p:nvSpPr>
        <p:spPr>
          <a:xfrm>
            <a:off x="2421264" y="827004"/>
            <a:ext cx="12465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ABEEF4-FC43-7783-0874-A2EA15AD9AB8}"/>
              </a:ext>
            </a:extLst>
          </p:cNvPr>
          <p:cNvSpPr/>
          <p:nvPr/>
        </p:nvSpPr>
        <p:spPr>
          <a:xfrm>
            <a:off x="4387166" y="781272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6C67EF-4F87-3AB8-DBFA-93E0F5E47DAB}"/>
              </a:ext>
            </a:extLst>
          </p:cNvPr>
          <p:cNvSpPr txBox="1"/>
          <p:nvPr/>
        </p:nvSpPr>
        <p:spPr>
          <a:xfrm>
            <a:off x="3714769" y="818982"/>
            <a:ext cx="18528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Extract RNA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3CFA72-50A8-9F3E-2E62-8E85057BF9B5}"/>
              </a:ext>
            </a:extLst>
          </p:cNvPr>
          <p:cNvSpPr/>
          <p:nvPr/>
        </p:nvSpPr>
        <p:spPr>
          <a:xfrm>
            <a:off x="2069431" y="3429000"/>
            <a:ext cx="1203158" cy="1993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FCFB02-EE89-C5D6-BAC5-39B77B603096}"/>
              </a:ext>
            </a:extLst>
          </p:cNvPr>
          <p:cNvSpPr/>
          <p:nvPr/>
        </p:nvSpPr>
        <p:spPr>
          <a:xfrm>
            <a:off x="3569018" y="3411669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4B686-DF00-A573-78A4-F55390017BC6}"/>
              </a:ext>
            </a:extLst>
          </p:cNvPr>
          <p:cNvSpPr txBox="1"/>
          <p:nvPr/>
        </p:nvSpPr>
        <p:spPr>
          <a:xfrm>
            <a:off x="3693520" y="3622754"/>
            <a:ext cx="13872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78D8F-6A9F-9D5A-62CD-B2F632067B4D}"/>
              </a:ext>
            </a:extLst>
          </p:cNvPr>
          <p:cNvSpPr txBox="1"/>
          <p:nvPr/>
        </p:nvSpPr>
        <p:spPr>
          <a:xfrm>
            <a:off x="7148342" y="680917"/>
            <a:ext cx="12465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</a:t>
            </a:r>
            <a:b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BFB00D-E7C8-9950-A169-44AA4FD16A6D}"/>
              </a:ext>
            </a:extLst>
          </p:cNvPr>
          <p:cNvSpPr/>
          <p:nvPr/>
        </p:nvSpPr>
        <p:spPr>
          <a:xfrm>
            <a:off x="7379018" y="2707888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4A450-0B50-14CF-B804-2F950A21CE35}"/>
              </a:ext>
            </a:extLst>
          </p:cNvPr>
          <p:cNvSpPr txBox="1"/>
          <p:nvPr/>
        </p:nvSpPr>
        <p:spPr>
          <a:xfrm>
            <a:off x="7447945" y="2515200"/>
            <a:ext cx="12465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AEB316-F16F-3866-885F-DD4E279E5694}"/>
              </a:ext>
            </a:extLst>
          </p:cNvPr>
          <p:cNvSpPr/>
          <p:nvPr/>
        </p:nvSpPr>
        <p:spPr>
          <a:xfrm>
            <a:off x="2310064" y="2390274"/>
            <a:ext cx="7347634" cy="3176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8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6044-ACF1-563C-A302-7A28F6FB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AF0A0D49-151B-DB5C-FC4A-E4CA5E6A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35" b="3845"/>
          <a:stretch>
            <a:fillRect/>
          </a:stretch>
        </p:blipFill>
        <p:spPr>
          <a:xfrm>
            <a:off x="1885297" y="1135215"/>
            <a:ext cx="7772400" cy="44313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B8E3103-691C-5F58-28DF-411BD42C15E3}"/>
              </a:ext>
            </a:extLst>
          </p:cNvPr>
          <p:cNvSpPr/>
          <p:nvPr/>
        </p:nvSpPr>
        <p:spPr>
          <a:xfrm>
            <a:off x="2895600" y="5069306"/>
            <a:ext cx="1203158" cy="51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3B120F-57E3-E935-D585-469E0E5287DA}"/>
              </a:ext>
            </a:extLst>
          </p:cNvPr>
          <p:cNvSpPr/>
          <p:nvPr/>
        </p:nvSpPr>
        <p:spPr>
          <a:xfrm>
            <a:off x="1885296" y="785377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76E6C-5592-E34F-440B-F80EB22DFE11}"/>
              </a:ext>
            </a:extLst>
          </p:cNvPr>
          <p:cNvSpPr txBox="1"/>
          <p:nvPr/>
        </p:nvSpPr>
        <p:spPr>
          <a:xfrm>
            <a:off x="2421264" y="827004"/>
            <a:ext cx="12465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A4E0F7-B3D6-DA28-39FF-9FA4E8D51AC6}"/>
              </a:ext>
            </a:extLst>
          </p:cNvPr>
          <p:cNvSpPr/>
          <p:nvPr/>
        </p:nvSpPr>
        <p:spPr>
          <a:xfrm>
            <a:off x="4387166" y="781272"/>
            <a:ext cx="2454891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702CAD-C44E-A4DB-F200-0EAD24639674}"/>
              </a:ext>
            </a:extLst>
          </p:cNvPr>
          <p:cNvSpPr txBox="1"/>
          <p:nvPr/>
        </p:nvSpPr>
        <p:spPr>
          <a:xfrm>
            <a:off x="3714769" y="818982"/>
            <a:ext cx="18528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Extract RNA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809FD5-0958-2D5D-32E2-7CC224E19964}"/>
              </a:ext>
            </a:extLst>
          </p:cNvPr>
          <p:cNvSpPr/>
          <p:nvPr/>
        </p:nvSpPr>
        <p:spPr>
          <a:xfrm>
            <a:off x="2069431" y="3429000"/>
            <a:ext cx="1203158" cy="1993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E959FA-208C-C224-3A0D-4DC7D95DED0D}"/>
              </a:ext>
            </a:extLst>
          </p:cNvPr>
          <p:cNvSpPr/>
          <p:nvPr/>
        </p:nvSpPr>
        <p:spPr>
          <a:xfrm>
            <a:off x="3569018" y="3411669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5B8EB-F243-6B15-6777-ABF972D77A9C}"/>
              </a:ext>
            </a:extLst>
          </p:cNvPr>
          <p:cNvSpPr txBox="1"/>
          <p:nvPr/>
        </p:nvSpPr>
        <p:spPr>
          <a:xfrm>
            <a:off x="3693520" y="3622754"/>
            <a:ext cx="13872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FCB90-F088-DB31-60AB-AA2AD81D45D1}"/>
              </a:ext>
            </a:extLst>
          </p:cNvPr>
          <p:cNvSpPr txBox="1"/>
          <p:nvPr/>
        </p:nvSpPr>
        <p:spPr>
          <a:xfrm>
            <a:off x="7148342" y="680917"/>
            <a:ext cx="12465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</a:t>
            </a:r>
            <a:b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CF84B5-6258-0668-337B-85DECA56A791}"/>
              </a:ext>
            </a:extLst>
          </p:cNvPr>
          <p:cNvSpPr/>
          <p:nvPr/>
        </p:nvSpPr>
        <p:spPr>
          <a:xfrm>
            <a:off x="7379018" y="2707888"/>
            <a:ext cx="1315453" cy="6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4AB25-BC31-A50F-D2C4-164742F49BB5}"/>
              </a:ext>
            </a:extLst>
          </p:cNvPr>
          <p:cNvSpPr txBox="1"/>
          <p:nvPr/>
        </p:nvSpPr>
        <p:spPr>
          <a:xfrm>
            <a:off x="7447945" y="2515200"/>
            <a:ext cx="12465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228860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3A72-D466-90ED-7557-A6B6F462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61FB3CF-45E8-53A9-877D-63328281CB77}"/>
              </a:ext>
            </a:extLst>
          </p:cNvPr>
          <p:cNvGrpSpPr/>
          <p:nvPr/>
        </p:nvGrpSpPr>
        <p:grpSpPr>
          <a:xfrm>
            <a:off x="2174008" y="809358"/>
            <a:ext cx="2658918" cy="2658918"/>
            <a:chOff x="1893454" y="83127"/>
            <a:chExt cx="2658918" cy="26589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EAF96F-52A7-4B16-6E3A-1777163D4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C450B71-9E63-0E91-8948-30B95F6E8F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06DA206-92D6-859D-0E5F-EBEB0F2F4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06" y="816349"/>
            <a:ext cx="2658918" cy="265891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DD6F70A-AE69-0C53-4DEC-D712AE726CB3}"/>
              </a:ext>
            </a:extLst>
          </p:cNvPr>
          <p:cNvSpPr/>
          <p:nvPr/>
        </p:nvSpPr>
        <p:spPr>
          <a:xfrm>
            <a:off x="6386242" y="2138817"/>
            <a:ext cx="297871" cy="3019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325019-416B-E708-B0E3-881D1AB4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560" y="726231"/>
            <a:ext cx="2658918" cy="2658918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C1EF4349-29D5-7CA3-AA6E-545A915D4B99}"/>
              </a:ext>
            </a:extLst>
          </p:cNvPr>
          <p:cNvSpPr/>
          <p:nvPr/>
        </p:nvSpPr>
        <p:spPr>
          <a:xfrm>
            <a:off x="1293252" y="3469411"/>
            <a:ext cx="311727" cy="3034145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762F6-BC7F-727D-6880-044E8ED8C62C}"/>
              </a:ext>
            </a:extLst>
          </p:cNvPr>
          <p:cNvSpPr txBox="1"/>
          <p:nvPr/>
        </p:nvSpPr>
        <p:spPr>
          <a:xfrm rot="5400000">
            <a:off x="-233887" y="4720101"/>
            <a:ext cx="2734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 after infection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0FEE7A-4601-D812-4C26-FF348F026C5F}"/>
              </a:ext>
            </a:extLst>
          </p:cNvPr>
          <p:cNvCxnSpPr/>
          <p:nvPr/>
        </p:nvCxnSpPr>
        <p:spPr>
          <a:xfrm>
            <a:off x="1364565" y="3760353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33E568-668D-E7D0-251C-74889D320015}"/>
              </a:ext>
            </a:extLst>
          </p:cNvPr>
          <p:cNvSpPr txBox="1"/>
          <p:nvPr/>
        </p:nvSpPr>
        <p:spPr>
          <a:xfrm>
            <a:off x="1735769" y="3533718"/>
            <a:ext cx="8591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dpi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9C0006-AFF6-59D6-11F6-099A4E553C47}"/>
              </a:ext>
            </a:extLst>
          </p:cNvPr>
          <p:cNvCxnSpPr/>
          <p:nvPr/>
        </p:nvCxnSpPr>
        <p:spPr>
          <a:xfrm>
            <a:off x="1371491" y="4827156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C464A6-574B-85EA-87A3-4E96FFF6AF27}"/>
              </a:ext>
            </a:extLst>
          </p:cNvPr>
          <p:cNvSpPr txBox="1"/>
          <p:nvPr/>
        </p:nvSpPr>
        <p:spPr>
          <a:xfrm>
            <a:off x="1728245" y="4608069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 dpi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989CA-FD2A-F45A-328E-744A1E873BB7}"/>
              </a:ext>
            </a:extLst>
          </p:cNvPr>
          <p:cNvCxnSpPr/>
          <p:nvPr/>
        </p:nvCxnSpPr>
        <p:spPr>
          <a:xfrm>
            <a:off x="1357635" y="6029039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1FE0AE-4328-E903-4F6F-9753AB55EDAE}"/>
              </a:ext>
            </a:extLst>
          </p:cNvPr>
          <p:cNvSpPr txBox="1"/>
          <p:nvPr/>
        </p:nvSpPr>
        <p:spPr>
          <a:xfrm>
            <a:off x="1728246" y="5808597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dpi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396BD3-7F51-95EA-BC25-6F5EE79673B5}"/>
              </a:ext>
            </a:extLst>
          </p:cNvPr>
          <p:cNvGrpSpPr>
            <a:grpSpLocks noChangeAspect="1"/>
          </p:cNvGrpSpPr>
          <p:nvPr/>
        </p:nvGrpSpPr>
        <p:grpSpPr>
          <a:xfrm>
            <a:off x="3026162" y="3244415"/>
            <a:ext cx="1031876" cy="1031876"/>
            <a:chOff x="1893454" y="83127"/>
            <a:chExt cx="2658918" cy="265891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D9F8720-2F2E-D09C-A4EF-0FF24FB8D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364C0F9-616E-607C-F4A5-AB1E2BF1BD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913A3B-9C43-968A-73F9-728A84E9CE24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4290273"/>
            <a:ext cx="1031876" cy="1031876"/>
            <a:chOff x="1893454" y="83127"/>
            <a:chExt cx="2658918" cy="265891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3FB3FB8-8A2D-D7A0-C205-4E7ED3ECD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BAD5814-3F3B-9EE6-6CDE-27C9554A4E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EDE4EF7-7C59-16A6-7756-0ABDFA149E80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5519071"/>
            <a:ext cx="1031876" cy="1031876"/>
            <a:chOff x="1893454" y="83127"/>
            <a:chExt cx="2658918" cy="265891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608A010-B40C-FAF6-1A22-BF36F44BF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740578B-9618-7E20-9A92-CD3C4144AE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8F3FB58-C3BF-8F38-E564-748165B1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02" y="3302572"/>
            <a:ext cx="1031876" cy="1031876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A41DAA4-1154-BEFB-7320-740B705522F2}"/>
              </a:ext>
            </a:extLst>
          </p:cNvPr>
          <p:cNvSpPr>
            <a:spLocks noChangeAspect="1"/>
          </p:cNvSpPr>
          <p:nvPr/>
        </p:nvSpPr>
        <p:spPr>
          <a:xfrm>
            <a:off x="6119381" y="3786250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216E3D5-C091-E38C-24B2-00275C874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4348430"/>
            <a:ext cx="1031876" cy="1031876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1B2D4D20-B360-43A9-C4B6-B3630397F61E}"/>
              </a:ext>
            </a:extLst>
          </p:cNvPr>
          <p:cNvSpPr>
            <a:spLocks noChangeAspect="1"/>
          </p:cNvSpPr>
          <p:nvPr/>
        </p:nvSpPr>
        <p:spPr>
          <a:xfrm>
            <a:off x="6049467" y="4832108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B4B676F-65A8-F31D-7BD0-2DFBE602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5577228"/>
            <a:ext cx="1031876" cy="1031876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F23604B9-284E-4F98-4308-76AB0F9E0DA7}"/>
              </a:ext>
            </a:extLst>
          </p:cNvPr>
          <p:cNvSpPr>
            <a:spLocks noChangeAspect="1"/>
          </p:cNvSpPr>
          <p:nvPr/>
        </p:nvSpPr>
        <p:spPr>
          <a:xfrm>
            <a:off x="6049467" y="6060906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86C72BA-D98C-ACBB-EC9B-DAAF5853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08" y="3302572"/>
            <a:ext cx="1031876" cy="10318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ABFCD2C-48A8-9F9E-E4E3-F06265661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4348430"/>
            <a:ext cx="1031876" cy="10318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869F6A8-7195-2A37-FF7F-F078EF2C6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5577228"/>
            <a:ext cx="1031876" cy="103187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A6E864B-819A-F2EA-CB86-407F5D61B54D}"/>
              </a:ext>
            </a:extLst>
          </p:cNvPr>
          <p:cNvSpPr txBox="1"/>
          <p:nvPr/>
        </p:nvSpPr>
        <p:spPr>
          <a:xfrm>
            <a:off x="2594955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cathemerium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8DCFFB-D2F0-2B57-2259-4F5A27F4DD16}"/>
              </a:ext>
            </a:extLst>
          </p:cNvPr>
          <p:cNvSpPr txBox="1"/>
          <p:nvPr/>
        </p:nvSpPr>
        <p:spPr>
          <a:xfrm>
            <a:off x="4891300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relictum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E0A1AA-FA6D-4BC3-34C8-50C6DA5B2127}"/>
              </a:ext>
            </a:extLst>
          </p:cNvPr>
          <p:cNvSpPr txBox="1"/>
          <p:nvPr/>
        </p:nvSpPr>
        <p:spPr>
          <a:xfrm>
            <a:off x="7187645" y="329254"/>
            <a:ext cx="211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ABBB9BE-1860-A7CD-EA0F-5884F468B376}"/>
              </a:ext>
            </a:extLst>
          </p:cNvPr>
          <p:cNvSpPr/>
          <p:nvPr/>
        </p:nvSpPr>
        <p:spPr>
          <a:xfrm>
            <a:off x="1028700" y="3230432"/>
            <a:ext cx="8887778" cy="3273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DCE1-8F23-AE45-1EF7-783C3E5C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C1E4004-7868-9841-62AC-EF66ADE89BB2}"/>
              </a:ext>
            </a:extLst>
          </p:cNvPr>
          <p:cNvGrpSpPr/>
          <p:nvPr/>
        </p:nvGrpSpPr>
        <p:grpSpPr>
          <a:xfrm>
            <a:off x="2174008" y="809358"/>
            <a:ext cx="2658918" cy="2658918"/>
            <a:chOff x="1893454" y="83127"/>
            <a:chExt cx="2658918" cy="26589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7EF9D3F-804E-0A18-C3D5-A2C7A680A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8B28F60-5000-058D-3BC3-A44BF6B0B6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278F95A-1BFD-AFF6-1418-B6683941E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06" y="816349"/>
            <a:ext cx="2658918" cy="2658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2A13DD-17CA-826A-61FF-D874A29B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560" y="726231"/>
            <a:ext cx="2658918" cy="2658918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50E9E117-4332-B519-0CA8-EBEF390CB6D5}"/>
              </a:ext>
            </a:extLst>
          </p:cNvPr>
          <p:cNvSpPr/>
          <p:nvPr/>
        </p:nvSpPr>
        <p:spPr>
          <a:xfrm>
            <a:off x="1293252" y="3469411"/>
            <a:ext cx="311727" cy="3034145"/>
          </a:xfrm>
          <a:prstGeom prst="down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4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4A128-9165-10C7-F13E-DE835FFF939B}"/>
              </a:ext>
            </a:extLst>
          </p:cNvPr>
          <p:cNvSpPr txBox="1"/>
          <p:nvPr/>
        </p:nvSpPr>
        <p:spPr>
          <a:xfrm rot="5400000">
            <a:off x="-233887" y="4720101"/>
            <a:ext cx="2734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 after infection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712363-6B2E-5BF6-55D0-71D17FBDF723}"/>
              </a:ext>
            </a:extLst>
          </p:cNvPr>
          <p:cNvCxnSpPr/>
          <p:nvPr/>
        </p:nvCxnSpPr>
        <p:spPr>
          <a:xfrm>
            <a:off x="1364565" y="3760353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C34CC86-ADE3-2CCE-715E-D01C454CCA4D}"/>
              </a:ext>
            </a:extLst>
          </p:cNvPr>
          <p:cNvSpPr txBox="1"/>
          <p:nvPr/>
        </p:nvSpPr>
        <p:spPr>
          <a:xfrm>
            <a:off x="1735769" y="3533718"/>
            <a:ext cx="8591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dpi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634564-8A5B-B9AA-1D7C-1CDD07A9533B}"/>
              </a:ext>
            </a:extLst>
          </p:cNvPr>
          <p:cNvCxnSpPr/>
          <p:nvPr/>
        </p:nvCxnSpPr>
        <p:spPr>
          <a:xfrm>
            <a:off x="1371491" y="4827156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C9B2ED-A581-2AEF-757A-353481662019}"/>
              </a:ext>
            </a:extLst>
          </p:cNvPr>
          <p:cNvSpPr txBox="1"/>
          <p:nvPr/>
        </p:nvSpPr>
        <p:spPr>
          <a:xfrm>
            <a:off x="1728245" y="4608069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 dpi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1AD744-C1E5-649E-BD6B-910E6825CA57}"/>
              </a:ext>
            </a:extLst>
          </p:cNvPr>
          <p:cNvCxnSpPr/>
          <p:nvPr/>
        </p:nvCxnSpPr>
        <p:spPr>
          <a:xfrm>
            <a:off x="1357635" y="6029039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F89A92-9081-AA46-F122-252AA5209ECC}"/>
              </a:ext>
            </a:extLst>
          </p:cNvPr>
          <p:cNvSpPr txBox="1"/>
          <p:nvPr/>
        </p:nvSpPr>
        <p:spPr>
          <a:xfrm>
            <a:off x="1728246" y="5808597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dpi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2AAE8B-F8B3-C7FC-908F-BB73F48F5339}"/>
              </a:ext>
            </a:extLst>
          </p:cNvPr>
          <p:cNvGrpSpPr>
            <a:grpSpLocks noChangeAspect="1"/>
          </p:cNvGrpSpPr>
          <p:nvPr/>
        </p:nvGrpSpPr>
        <p:grpSpPr>
          <a:xfrm>
            <a:off x="3026162" y="3244415"/>
            <a:ext cx="1031876" cy="1031876"/>
            <a:chOff x="1893454" y="83127"/>
            <a:chExt cx="2658918" cy="265891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2690A6C-1F93-9D82-3B03-6A06E8578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47B4C1-5112-BE6F-E1E0-A5DDD9F490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81DCB8-E73C-2092-1B63-41BDC249F01C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4290273"/>
            <a:ext cx="1031876" cy="1031876"/>
            <a:chOff x="1893454" y="83127"/>
            <a:chExt cx="2658918" cy="265891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6486831-4D61-A522-A33D-E303F3BBB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89F5BAE-56C7-1030-A9D4-F61FF78DD6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E2372D-5336-62A5-1159-093DE1F765EE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5519071"/>
            <a:ext cx="1031876" cy="1031876"/>
            <a:chOff x="1893454" y="83127"/>
            <a:chExt cx="2658918" cy="265891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D58DC4E-D3D2-616F-1BB2-A29DC0DFA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D222431-F9BB-971C-8564-8DDC08C82D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A39B940F-B0E1-A0E3-B61E-6AE9C8B7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02" y="3302572"/>
            <a:ext cx="1031876" cy="1031876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6797CB6D-9A4D-F60D-A09D-FFF39001C1D2}"/>
              </a:ext>
            </a:extLst>
          </p:cNvPr>
          <p:cNvSpPr>
            <a:spLocks noChangeAspect="1"/>
          </p:cNvSpPr>
          <p:nvPr/>
        </p:nvSpPr>
        <p:spPr>
          <a:xfrm>
            <a:off x="6119381" y="3786250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2B88D1B-EA53-4C0F-2A84-A0D303B1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4348430"/>
            <a:ext cx="1031876" cy="1031876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6B90F9FA-82DD-0BDB-423C-7918E389572C}"/>
              </a:ext>
            </a:extLst>
          </p:cNvPr>
          <p:cNvSpPr>
            <a:spLocks noChangeAspect="1"/>
          </p:cNvSpPr>
          <p:nvPr/>
        </p:nvSpPr>
        <p:spPr>
          <a:xfrm>
            <a:off x="6049467" y="4832108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ACE661D-902F-AC83-78CF-5A3724096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5577228"/>
            <a:ext cx="1031876" cy="1031876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4C10DD9B-D517-4B7A-E551-77B43E366BB4}"/>
              </a:ext>
            </a:extLst>
          </p:cNvPr>
          <p:cNvSpPr>
            <a:spLocks noChangeAspect="1"/>
          </p:cNvSpPr>
          <p:nvPr/>
        </p:nvSpPr>
        <p:spPr>
          <a:xfrm>
            <a:off x="6049467" y="6060906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02D3985-4C3C-C838-6CDD-A818E3BD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08" y="3302572"/>
            <a:ext cx="1031876" cy="10318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D67FC43-4E33-786A-6F92-5DC5D395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4348430"/>
            <a:ext cx="1031876" cy="10318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DE47F4F-8E8C-B55B-E88F-EE805F4AB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5577228"/>
            <a:ext cx="1031876" cy="103187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4518237-4D09-0726-9B4D-BB5EA754F536}"/>
              </a:ext>
            </a:extLst>
          </p:cNvPr>
          <p:cNvSpPr txBox="1"/>
          <p:nvPr/>
        </p:nvSpPr>
        <p:spPr>
          <a:xfrm>
            <a:off x="2594955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cathemerium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E226ED-9E17-CA85-7379-E3C5488BDF9A}"/>
              </a:ext>
            </a:extLst>
          </p:cNvPr>
          <p:cNvSpPr txBox="1"/>
          <p:nvPr/>
        </p:nvSpPr>
        <p:spPr>
          <a:xfrm>
            <a:off x="4891300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relictum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D8621D-B7B2-992A-301D-9659F7CAB352}"/>
              </a:ext>
            </a:extLst>
          </p:cNvPr>
          <p:cNvSpPr txBox="1"/>
          <p:nvPr/>
        </p:nvSpPr>
        <p:spPr>
          <a:xfrm>
            <a:off x="7187645" y="329254"/>
            <a:ext cx="211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FCFBCDD-7B0F-AC5D-233A-949EDC06347A}"/>
              </a:ext>
            </a:extLst>
          </p:cNvPr>
          <p:cNvSpPr/>
          <p:nvPr/>
        </p:nvSpPr>
        <p:spPr>
          <a:xfrm>
            <a:off x="6386242" y="2138817"/>
            <a:ext cx="297871" cy="3019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322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66C2-FDED-C5AA-02C1-CDB87B7E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213F9C-C42D-9336-5E23-5F0B3D07F3C1}"/>
              </a:ext>
            </a:extLst>
          </p:cNvPr>
          <p:cNvGrpSpPr/>
          <p:nvPr/>
        </p:nvGrpSpPr>
        <p:grpSpPr>
          <a:xfrm>
            <a:off x="2174008" y="809358"/>
            <a:ext cx="2658918" cy="2658918"/>
            <a:chOff x="1893454" y="83127"/>
            <a:chExt cx="2658918" cy="26589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B230E4-3543-2F89-B307-8DEA6E7A5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12297CE-D9DF-A101-3E4B-20F027F557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BF43CBF-F3C9-16A2-3914-18D04B13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06" y="816349"/>
            <a:ext cx="2658918" cy="2658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F5B077-85E5-7BE1-D98F-2C8DE887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560" y="726231"/>
            <a:ext cx="2658918" cy="2658918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F7ED9C74-A9BE-466C-E59C-80C1592975CB}"/>
              </a:ext>
            </a:extLst>
          </p:cNvPr>
          <p:cNvSpPr/>
          <p:nvPr/>
        </p:nvSpPr>
        <p:spPr>
          <a:xfrm>
            <a:off x="1293252" y="3469411"/>
            <a:ext cx="311727" cy="3034145"/>
          </a:xfrm>
          <a:prstGeom prst="down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4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FF141-5581-C16E-38AF-E56371EFEB5F}"/>
              </a:ext>
            </a:extLst>
          </p:cNvPr>
          <p:cNvSpPr txBox="1"/>
          <p:nvPr/>
        </p:nvSpPr>
        <p:spPr>
          <a:xfrm rot="5400000">
            <a:off x="-233887" y="4720101"/>
            <a:ext cx="2734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 after infection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BF1E66-F0BD-8B56-FDDC-9EA101CAA4EC}"/>
              </a:ext>
            </a:extLst>
          </p:cNvPr>
          <p:cNvCxnSpPr/>
          <p:nvPr/>
        </p:nvCxnSpPr>
        <p:spPr>
          <a:xfrm>
            <a:off x="1364565" y="3760353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5649CCC-BF05-A587-4AE2-19FE88247492}"/>
              </a:ext>
            </a:extLst>
          </p:cNvPr>
          <p:cNvSpPr txBox="1"/>
          <p:nvPr/>
        </p:nvSpPr>
        <p:spPr>
          <a:xfrm>
            <a:off x="1735769" y="3533718"/>
            <a:ext cx="8591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dpi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B6681F-50FF-F412-E7E0-EF3618D1EF27}"/>
              </a:ext>
            </a:extLst>
          </p:cNvPr>
          <p:cNvCxnSpPr/>
          <p:nvPr/>
        </p:nvCxnSpPr>
        <p:spPr>
          <a:xfrm>
            <a:off x="1371491" y="4827156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5F9B95-2570-11F9-0A4D-FC7CC104265B}"/>
              </a:ext>
            </a:extLst>
          </p:cNvPr>
          <p:cNvSpPr txBox="1"/>
          <p:nvPr/>
        </p:nvSpPr>
        <p:spPr>
          <a:xfrm>
            <a:off x="1728245" y="4608069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 dpi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E7B3FE-DDF7-C277-EEC3-01471AA99756}"/>
              </a:ext>
            </a:extLst>
          </p:cNvPr>
          <p:cNvCxnSpPr/>
          <p:nvPr/>
        </p:nvCxnSpPr>
        <p:spPr>
          <a:xfrm>
            <a:off x="1357635" y="6029039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042D368-60AB-4747-51D5-9B956019B151}"/>
              </a:ext>
            </a:extLst>
          </p:cNvPr>
          <p:cNvSpPr txBox="1"/>
          <p:nvPr/>
        </p:nvSpPr>
        <p:spPr>
          <a:xfrm>
            <a:off x="1728246" y="5808597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dpi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CB2962-3BD3-39B9-9915-637C3766B9C2}"/>
              </a:ext>
            </a:extLst>
          </p:cNvPr>
          <p:cNvGrpSpPr>
            <a:grpSpLocks noChangeAspect="1"/>
          </p:cNvGrpSpPr>
          <p:nvPr/>
        </p:nvGrpSpPr>
        <p:grpSpPr>
          <a:xfrm>
            <a:off x="3026162" y="3244415"/>
            <a:ext cx="1031876" cy="1031876"/>
            <a:chOff x="1893454" y="83127"/>
            <a:chExt cx="2658918" cy="265891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4DA19F6-1931-759F-A72D-D9918317A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7826AA2-CFD4-CED8-0666-E1E67E7BF4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25E294-DE49-C7AE-DE4A-14F2DAD04C48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4290273"/>
            <a:ext cx="1031876" cy="1031876"/>
            <a:chOff x="1893454" y="83127"/>
            <a:chExt cx="2658918" cy="265891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96902D9-5C7E-435F-B1F6-A604A1C0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D1740C0-CA66-1C7B-36A4-0214BB5E64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9615A0C-3C17-1FEC-D4E0-DB18311D783E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5519071"/>
            <a:ext cx="1031876" cy="1031876"/>
            <a:chOff x="1893454" y="83127"/>
            <a:chExt cx="2658918" cy="265891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3DE29CF-D8E0-E4CF-9F74-EAF06FEA5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4964C3-9F80-DBBB-D81C-3F15B178B3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0D23F604-4388-2A75-4507-380D5F98C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02" y="3302572"/>
            <a:ext cx="1031876" cy="1031876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6AC7AEA2-BB38-BE45-456C-F9A5C246574E}"/>
              </a:ext>
            </a:extLst>
          </p:cNvPr>
          <p:cNvSpPr>
            <a:spLocks noChangeAspect="1"/>
          </p:cNvSpPr>
          <p:nvPr/>
        </p:nvSpPr>
        <p:spPr>
          <a:xfrm>
            <a:off x="6119381" y="3786250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9BF2327-BAF4-E490-9CDC-CB83AAE2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4348430"/>
            <a:ext cx="1031876" cy="1031876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51E27133-6B73-2C03-FEFD-D1256F35CE5A}"/>
              </a:ext>
            </a:extLst>
          </p:cNvPr>
          <p:cNvSpPr>
            <a:spLocks noChangeAspect="1"/>
          </p:cNvSpPr>
          <p:nvPr/>
        </p:nvSpPr>
        <p:spPr>
          <a:xfrm>
            <a:off x="6049467" y="4832108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E2C8BE8-EAD2-F0D0-5145-2257257F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5577228"/>
            <a:ext cx="1031876" cy="1031876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5F674196-450A-6169-125F-2B8F36B01E25}"/>
              </a:ext>
            </a:extLst>
          </p:cNvPr>
          <p:cNvSpPr>
            <a:spLocks noChangeAspect="1"/>
          </p:cNvSpPr>
          <p:nvPr/>
        </p:nvSpPr>
        <p:spPr>
          <a:xfrm>
            <a:off x="6049467" y="6060906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7B76D4F-D144-E824-3ADC-A3A10EA5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08" y="3302572"/>
            <a:ext cx="1031876" cy="10318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8BB8181-319F-5854-9B7B-9AC9B185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4348430"/>
            <a:ext cx="1031876" cy="10318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6D662DA-4E22-C5F1-A383-C2B7EAA3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5577228"/>
            <a:ext cx="1031876" cy="103187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D3D0FC7-FB27-1AC0-4A0E-CE49598A8322}"/>
              </a:ext>
            </a:extLst>
          </p:cNvPr>
          <p:cNvSpPr txBox="1"/>
          <p:nvPr/>
        </p:nvSpPr>
        <p:spPr>
          <a:xfrm>
            <a:off x="2594955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cathemerium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E55489-749A-EA83-1B9D-81846645976D}"/>
              </a:ext>
            </a:extLst>
          </p:cNvPr>
          <p:cNvSpPr txBox="1"/>
          <p:nvPr/>
        </p:nvSpPr>
        <p:spPr>
          <a:xfrm>
            <a:off x="4891300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relictum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74DD2A-B6F1-FF11-6A21-C6CA285B2825}"/>
              </a:ext>
            </a:extLst>
          </p:cNvPr>
          <p:cNvSpPr txBox="1"/>
          <p:nvPr/>
        </p:nvSpPr>
        <p:spPr>
          <a:xfrm>
            <a:off x="7187645" y="329254"/>
            <a:ext cx="211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A57C669-28BD-FA1D-FA65-34E7B4626CCE}"/>
              </a:ext>
            </a:extLst>
          </p:cNvPr>
          <p:cNvSpPr/>
          <p:nvPr/>
        </p:nvSpPr>
        <p:spPr>
          <a:xfrm>
            <a:off x="6386242" y="2138817"/>
            <a:ext cx="297871" cy="3019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BB701F11-98C9-CB4F-798E-B354B302839A}"/>
              </a:ext>
            </a:extLst>
          </p:cNvPr>
          <p:cNvSpPr/>
          <p:nvPr/>
        </p:nvSpPr>
        <p:spPr>
          <a:xfrm>
            <a:off x="4285747" y="3739108"/>
            <a:ext cx="976745" cy="302956"/>
          </a:xfrm>
          <a:prstGeom prst="leftRightArrow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1346476C-E618-1CCD-7F17-DDD745750862}"/>
              </a:ext>
            </a:extLst>
          </p:cNvPr>
          <p:cNvSpPr/>
          <p:nvPr/>
        </p:nvSpPr>
        <p:spPr>
          <a:xfrm rot="5400000">
            <a:off x="3098704" y="4159821"/>
            <a:ext cx="658444" cy="247236"/>
          </a:xfrm>
          <a:prstGeom prst="left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1"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5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602E-959B-B90E-B72D-6FD92488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F43A572-04D3-D895-67BC-DB0D3E687C76}"/>
              </a:ext>
            </a:extLst>
          </p:cNvPr>
          <p:cNvGrpSpPr/>
          <p:nvPr/>
        </p:nvGrpSpPr>
        <p:grpSpPr>
          <a:xfrm>
            <a:off x="2174008" y="809358"/>
            <a:ext cx="2658918" cy="2658918"/>
            <a:chOff x="1893454" y="83127"/>
            <a:chExt cx="2658918" cy="26589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D55BE7-0458-3126-FC6C-F0E0B374F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7774BFD-47FE-C76F-FB53-066F77E15C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F45767-5D4A-A00B-7CE0-A6F99182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06" y="816349"/>
            <a:ext cx="2658918" cy="2658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10E9D-6BA1-B4D8-F422-123C6B3D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560" y="726231"/>
            <a:ext cx="2658918" cy="2658918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61B3598B-A5FC-0068-9F30-953AE83E1029}"/>
              </a:ext>
            </a:extLst>
          </p:cNvPr>
          <p:cNvSpPr/>
          <p:nvPr/>
        </p:nvSpPr>
        <p:spPr>
          <a:xfrm>
            <a:off x="1293252" y="3469411"/>
            <a:ext cx="311727" cy="3034145"/>
          </a:xfrm>
          <a:prstGeom prst="down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4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B4678-5C0F-5240-6BA8-B45168F82E5F}"/>
              </a:ext>
            </a:extLst>
          </p:cNvPr>
          <p:cNvSpPr txBox="1"/>
          <p:nvPr/>
        </p:nvSpPr>
        <p:spPr>
          <a:xfrm rot="5400000">
            <a:off x="-233887" y="4720101"/>
            <a:ext cx="2734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 after infection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AE88F1-B9D7-7F24-BB23-E2A39B64A8F4}"/>
              </a:ext>
            </a:extLst>
          </p:cNvPr>
          <p:cNvCxnSpPr/>
          <p:nvPr/>
        </p:nvCxnSpPr>
        <p:spPr>
          <a:xfrm>
            <a:off x="1364565" y="3760353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1E8689-DF75-47D4-E364-717F1F9C601B}"/>
              </a:ext>
            </a:extLst>
          </p:cNvPr>
          <p:cNvSpPr txBox="1"/>
          <p:nvPr/>
        </p:nvSpPr>
        <p:spPr>
          <a:xfrm>
            <a:off x="1735769" y="3533718"/>
            <a:ext cx="8591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dpi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D5DF27-A687-F33F-813D-D3C71CF5CD2D}"/>
              </a:ext>
            </a:extLst>
          </p:cNvPr>
          <p:cNvCxnSpPr/>
          <p:nvPr/>
        </p:nvCxnSpPr>
        <p:spPr>
          <a:xfrm>
            <a:off x="1371491" y="4827156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8CA00A-F5D8-6684-DD49-3D923C797067}"/>
              </a:ext>
            </a:extLst>
          </p:cNvPr>
          <p:cNvSpPr txBox="1"/>
          <p:nvPr/>
        </p:nvSpPr>
        <p:spPr>
          <a:xfrm>
            <a:off x="1728245" y="4608069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 dpi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67FA0-CC90-40A0-78C0-3845AE743F26}"/>
              </a:ext>
            </a:extLst>
          </p:cNvPr>
          <p:cNvCxnSpPr/>
          <p:nvPr/>
        </p:nvCxnSpPr>
        <p:spPr>
          <a:xfrm>
            <a:off x="1357635" y="6029039"/>
            <a:ext cx="381846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DFB7D0-D24B-C610-7F91-7857C38B73E4}"/>
              </a:ext>
            </a:extLst>
          </p:cNvPr>
          <p:cNvSpPr txBox="1"/>
          <p:nvPr/>
        </p:nvSpPr>
        <p:spPr>
          <a:xfrm>
            <a:off x="1728246" y="5808597"/>
            <a:ext cx="1099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dpi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1B0D8A-BD14-8F6C-DA11-AB78548DB0A8}"/>
              </a:ext>
            </a:extLst>
          </p:cNvPr>
          <p:cNvGrpSpPr>
            <a:grpSpLocks noChangeAspect="1"/>
          </p:cNvGrpSpPr>
          <p:nvPr/>
        </p:nvGrpSpPr>
        <p:grpSpPr>
          <a:xfrm>
            <a:off x="3026162" y="3244415"/>
            <a:ext cx="1031876" cy="1031876"/>
            <a:chOff x="1893454" y="83127"/>
            <a:chExt cx="2658918" cy="265891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04B99E4-F564-6A22-08F9-7B388CEBF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7A9175-4916-732C-2FA1-B26C09711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5CEEAA-1128-F68F-BF26-527FE2E62A3F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4290273"/>
            <a:ext cx="1031876" cy="1031876"/>
            <a:chOff x="1893454" y="83127"/>
            <a:chExt cx="2658918" cy="265891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FEDD201-904D-AF3B-B41B-26AC778EE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7318EA5-A756-E961-0221-82C36686BD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EA7340-8F92-139E-DF41-13C2A7A00790}"/>
              </a:ext>
            </a:extLst>
          </p:cNvPr>
          <p:cNvGrpSpPr>
            <a:grpSpLocks noChangeAspect="1"/>
          </p:cNvGrpSpPr>
          <p:nvPr/>
        </p:nvGrpSpPr>
        <p:grpSpPr>
          <a:xfrm>
            <a:off x="2956248" y="5519071"/>
            <a:ext cx="1031876" cy="1031876"/>
            <a:chOff x="1893454" y="83127"/>
            <a:chExt cx="2658918" cy="265891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6DB82E3-6C3E-6D9F-158A-5B7C3DB72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998822D-B562-AD0E-9388-770C71A8CC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BB9612C-5FC5-C2DB-CE75-CCBA79E61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02" y="3302572"/>
            <a:ext cx="1031876" cy="1031876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5F2380C5-167C-12E9-43B8-32BB051D5C7D}"/>
              </a:ext>
            </a:extLst>
          </p:cNvPr>
          <p:cNvSpPr>
            <a:spLocks noChangeAspect="1"/>
          </p:cNvSpPr>
          <p:nvPr/>
        </p:nvSpPr>
        <p:spPr>
          <a:xfrm>
            <a:off x="6119381" y="3786250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1DEC4B0-379E-EC4A-F41A-E4E40964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4348430"/>
            <a:ext cx="1031876" cy="1031876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530DC14F-2294-6732-EE42-AF3CD79383EC}"/>
              </a:ext>
            </a:extLst>
          </p:cNvPr>
          <p:cNvSpPr>
            <a:spLocks noChangeAspect="1"/>
          </p:cNvSpPr>
          <p:nvPr/>
        </p:nvSpPr>
        <p:spPr>
          <a:xfrm>
            <a:off x="6049467" y="4832108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AD89EBD-F793-1CED-D9DC-4E3996C7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8" y="5577228"/>
            <a:ext cx="1031876" cy="1031876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4E65246B-976B-B1FA-D143-1D2A7114CCD9}"/>
              </a:ext>
            </a:extLst>
          </p:cNvPr>
          <p:cNvSpPr>
            <a:spLocks noChangeAspect="1"/>
          </p:cNvSpPr>
          <p:nvPr/>
        </p:nvSpPr>
        <p:spPr>
          <a:xfrm>
            <a:off x="6049467" y="6060906"/>
            <a:ext cx="115598" cy="11716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70879CB-8707-1252-2199-188D339A6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08" y="3302572"/>
            <a:ext cx="1031876" cy="10318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CFCBC7B-F5C5-B49B-1921-7F45B1D4E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4348430"/>
            <a:ext cx="1031876" cy="10318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C596CD5-E137-364D-D799-C9EC8C69A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94" y="5577228"/>
            <a:ext cx="1031876" cy="103187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804386D-389E-B71C-0BFE-5F0929C99CD8}"/>
              </a:ext>
            </a:extLst>
          </p:cNvPr>
          <p:cNvSpPr txBox="1"/>
          <p:nvPr/>
        </p:nvSpPr>
        <p:spPr>
          <a:xfrm>
            <a:off x="2594955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cathemerium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1EB604-9EE6-115F-2E6A-C6A491154CE1}"/>
              </a:ext>
            </a:extLst>
          </p:cNvPr>
          <p:cNvSpPr txBox="1"/>
          <p:nvPr/>
        </p:nvSpPr>
        <p:spPr>
          <a:xfrm>
            <a:off x="4891300" y="90105"/>
            <a:ext cx="2116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Infected with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Plasmodium </a:t>
            </a:r>
            <a:r>
              <a:rPr lang="en-US" sz="20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relictum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B76BC5-0D8E-A067-DD25-9C98D25AF74F}"/>
              </a:ext>
            </a:extLst>
          </p:cNvPr>
          <p:cNvSpPr txBox="1"/>
          <p:nvPr/>
        </p:nvSpPr>
        <p:spPr>
          <a:xfrm>
            <a:off x="7187645" y="329254"/>
            <a:ext cx="211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</a:t>
            </a:r>
            <a:endParaRPr lang="en-US" sz="2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1C8457-119D-8BD7-85C1-4EAC9A7D0FBE}"/>
              </a:ext>
            </a:extLst>
          </p:cNvPr>
          <p:cNvSpPr/>
          <p:nvPr/>
        </p:nvSpPr>
        <p:spPr>
          <a:xfrm>
            <a:off x="6386242" y="2138817"/>
            <a:ext cx="297871" cy="3019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5F733E-9B5C-A8F3-17BC-3D22D7A81D5F}"/>
              </a:ext>
            </a:extLst>
          </p:cNvPr>
          <p:cNvGrpSpPr>
            <a:grpSpLocks noChangeAspect="1"/>
          </p:cNvGrpSpPr>
          <p:nvPr/>
        </p:nvGrpSpPr>
        <p:grpSpPr>
          <a:xfrm>
            <a:off x="3178562" y="3396815"/>
            <a:ext cx="1031876" cy="1031876"/>
            <a:chOff x="1893454" y="83127"/>
            <a:chExt cx="2658918" cy="265891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A83BF99-DD11-CEA7-97B9-52E14A8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B526EB0-9713-EDCB-062C-E05E915E88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7E62DD-8F10-DA2A-F090-DD5D2D3B98FB}"/>
              </a:ext>
            </a:extLst>
          </p:cNvPr>
          <p:cNvGrpSpPr>
            <a:grpSpLocks noChangeAspect="1"/>
          </p:cNvGrpSpPr>
          <p:nvPr/>
        </p:nvGrpSpPr>
        <p:grpSpPr>
          <a:xfrm>
            <a:off x="3330962" y="3549215"/>
            <a:ext cx="1031876" cy="1031876"/>
            <a:chOff x="1893454" y="83127"/>
            <a:chExt cx="2658918" cy="265891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26CA6EE-9F48-77DC-CA8F-57750F793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ABCC52-2B5C-AA3F-132D-B70464BB80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C6E5E93-0C7F-C6B8-57BC-3CBEC0FD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02" y="3454972"/>
            <a:ext cx="1031876" cy="103187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56FA04-6079-22F8-6EF4-03214204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102" y="3607372"/>
            <a:ext cx="1031876" cy="10318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A78CA97-83D1-2318-F703-60756B597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608" y="3454972"/>
            <a:ext cx="1031876" cy="10318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72B135C-69D8-9FD6-9CC9-D3C76536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008" y="3607372"/>
            <a:ext cx="1031876" cy="1031876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715699E6-3A9E-23AC-50F0-3E551B45FEDB}"/>
              </a:ext>
            </a:extLst>
          </p:cNvPr>
          <p:cNvGrpSpPr>
            <a:grpSpLocks noChangeAspect="1"/>
          </p:cNvGrpSpPr>
          <p:nvPr/>
        </p:nvGrpSpPr>
        <p:grpSpPr>
          <a:xfrm>
            <a:off x="3108648" y="4442673"/>
            <a:ext cx="1031876" cy="1031876"/>
            <a:chOff x="1893454" y="83127"/>
            <a:chExt cx="2658918" cy="2658918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CD33593-58D2-B3DC-9F5D-5DB88E963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2104A2D-85CF-AA78-DCFA-5010E09B5D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12765D-E806-38EC-C1BD-EB4CCB21C787}"/>
              </a:ext>
            </a:extLst>
          </p:cNvPr>
          <p:cNvGrpSpPr>
            <a:grpSpLocks noChangeAspect="1"/>
          </p:cNvGrpSpPr>
          <p:nvPr/>
        </p:nvGrpSpPr>
        <p:grpSpPr>
          <a:xfrm>
            <a:off x="3261048" y="4595073"/>
            <a:ext cx="1031876" cy="1031876"/>
            <a:chOff x="1893454" y="83127"/>
            <a:chExt cx="2658918" cy="265891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9045945-1B58-6893-C408-8BE7C1C18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3DF24B3-42C7-BB5F-216A-7DBCB6771C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0782EA8-6030-9F83-CF07-5C1BF538613D}"/>
              </a:ext>
            </a:extLst>
          </p:cNvPr>
          <p:cNvGrpSpPr>
            <a:grpSpLocks noChangeAspect="1"/>
          </p:cNvGrpSpPr>
          <p:nvPr/>
        </p:nvGrpSpPr>
        <p:grpSpPr>
          <a:xfrm>
            <a:off x="3108648" y="5671471"/>
            <a:ext cx="1031876" cy="1031876"/>
            <a:chOff x="1893454" y="83127"/>
            <a:chExt cx="2658918" cy="2658918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F5943C9-3436-8964-1FC6-770E6AD23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EEA7254-9533-DA26-ACAD-26E93384B2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FFCC14C-9433-9339-8F3B-6E117B897372}"/>
              </a:ext>
            </a:extLst>
          </p:cNvPr>
          <p:cNvGrpSpPr>
            <a:grpSpLocks noChangeAspect="1"/>
          </p:cNvGrpSpPr>
          <p:nvPr/>
        </p:nvGrpSpPr>
        <p:grpSpPr>
          <a:xfrm>
            <a:off x="3261048" y="5823871"/>
            <a:ext cx="1031876" cy="1031876"/>
            <a:chOff x="1893454" y="83127"/>
            <a:chExt cx="2658918" cy="2658918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6855265-DC80-13A4-AF5C-2D9C41157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454" y="83127"/>
              <a:ext cx="2658918" cy="2658918"/>
            </a:xfrm>
            <a:prstGeom prst="rect">
              <a:avLst/>
            </a:prstGeom>
          </p:spPr>
        </p:pic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8950454-FB01-96A7-DD8C-3A28510957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80954" y="1329459"/>
              <a:ext cx="297871" cy="301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CA83B2C8-F7ED-3382-D109-8B4BDBB5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788" y="4500830"/>
            <a:ext cx="1031876" cy="103187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7D8DD31-C12E-074E-17B7-282CE347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188" y="4653230"/>
            <a:ext cx="1031876" cy="103187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2EC979A-71C5-33A8-279C-C9D3167E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788" y="5729628"/>
            <a:ext cx="1031876" cy="103187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998353C-CEF7-9248-31E3-3D51B3B7F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188" y="5882028"/>
            <a:ext cx="1031876" cy="103187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E17ADCA-930A-BCA2-F8F1-45BB82158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94" y="4500830"/>
            <a:ext cx="1031876" cy="103187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91C4630-0958-262C-D02C-33B611E63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94" y="4653230"/>
            <a:ext cx="1031876" cy="103187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040E337-F8DA-621D-0DC9-CE5C9CA1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94" y="5729628"/>
            <a:ext cx="1031876" cy="103187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2038779-E775-7509-2B5C-47005925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94" y="5882028"/>
            <a:ext cx="1031876" cy="1031876"/>
          </a:xfrm>
          <a:prstGeom prst="rect">
            <a:avLst/>
          </a:prstGeom>
        </p:spPr>
      </p:pic>
      <p:sp>
        <p:nvSpPr>
          <p:cNvPr id="69" name="Left-Right Arrow 68">
            <a:extLst>
              <a:ext uri="{FF2B5EF4-FFF2-40B4-BE49-F238E27FC236}">
                <a16:creationId xmlns:a16="http://schemas.microsoft.com/office/drawing/2014/main" id="{C7734784-0077-04E7-551C-6B3C7CF28113}"/>
              </a:ext>
            </a:extLst>
          </p:cNvPr>
          <p:cNvSpPr/>
          <p:nvPr/>
        </p:nvSpPr>
        <p:spPr>
          <a:xfrm>
            <a:off x="4442696" y="3729015"/>
            <a:ext cx="976745" cy="302956"/>
          </a:xfrm>
          <a:prstGeom prst="leftRightArrow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B958-A853-1E37-B3FB-71D703A8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6294BE-382E-36CF-7DF7-29CAE372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82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7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2E18-6BC8-C0DA-FEF7-D61E6C01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oftware&#10;&#10;AI-generated content may be incorrect.">
            <a:extLst>
              <a:ext uri="{FF2B5EF4-FFF2-40B4-BE49-F238E27FC236}">
                <a16:creationId xmlns:a16="http://schemas.microsoft.com/office/drawing/2014/main" id="{030F3813-BDC8-1596-39D2-5052FE19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7"/>
          <a:stretch>
            <a:fillRect/>
          </a:stretch>
        </p:blipFill>
        <p:spPr>
          <a:xfrm>
            <a:off x="2982191" y="1174749"/>
            <a:ext cx="6780068" cy="3199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54FF0E-0A4F-1DC2-8E28-9BEF4F69A4A5}"/>
              </a:ext>
            </a:extLst>
          </p:cNvPr>
          <p:cNvSpPr txBox="1"/>
          <p:nvPr/>
        </p:nvSpPr>
        <p:spPr>
          <a:xfrm>
            <a:off x="2000148" y="1351627"/>
            <a:ext cx="859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8793D-3971-3821-73BC-5D9DAF799B18}"/>
              </a:ext>
            </a:extLst>
          </p:cNvPr>
          <p:cNvSpPr txBox="1"/>
          <p:nvPr/>
        </p:nvSpPr>
        <p:spPr>
          <a:xfrm>
            <a:off x="1629641" y="2574304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Pre-mRNA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F8EBC-BF11-7B7F-A53C-FF2AB528A726}"/>
              </a:ext>
            </a:extLst>
          </p:cNvPr>
          <p:cNvSpPr txBox="1"/>
          <p:nvPr/>
        </p:nvSpPr>
        <p:spPr>
          <a:xfrm>
            <a:off x="1833894" y="3796981"/>
            <a:ext cx="114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mature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D3E6C-318A-599B-CEB4-B430FE58F20C}"/>
              </a:ext>
            </a:extLst>
          </p:cNvPr>
          <p:cNvSpPr/>
          <p:nvPr/>
        </p:nvSpPr>
        <p:spPr>
          <a:xfrm>
            <a:off x="6653464" y="1751737"/>
            <a:ext cx="900727" cy="52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F50CD-3487-0725-DC0E-8B61380DA962}"/>
              </a:ext>
            </a:extLst>
          </p:cNvPr>
          <p:cNvSpPr txBox="1"/>
          <p:nvPr/>
        </p:nvSpPr>
        <p:spPr>
          <a:xfrm>
            <a:off x="6653463" y="1940948"/>
            <a:ext cx="190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Transcription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56D40-7942-AA5F-C152-828F73ED95AC}"/>
              </a:ext>
            </a:extLst>
          </p:cNvPr>
          <p:cNvSpPr/>
          <p:nvPr/>
        </p:nvSpPr>
        <p:spPr>
          <a:xfrm>
            <a:off x="6653464" y="3107257"/>
            <a:ext cx="1389100" cy="52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1EBAB-13B3-BD6F-5265-EAD9CD3E8908}"/>
              </a:ext>
            </a:extLst>
          </p:cNvPr>
          <p:cNvSpPr txBox="1"/>
          <p:nvPr/>
        </p:nvSpPr>
        <p:spPr>
          <a:xfrm>
            <a:off x="6653462" y="3296468"/>
            <a:ext cx="271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Splicing &amp; 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31EA79-B71B-02C4-9715-F650143F23EF}"/>
              </a:ext>
            </a:extLst>
          </p:cNvPr>
          <p:cNvSpPr/>
          <p:nvPr/>
        </p:nvSpPr>
        <p:spPr>
          <a:xfrm>
            <a:off x="1717288" y="3098177"/>
            <a:ext cx="7655312" cy="140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55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67FB-5934-C3F9-0D11-7E8D5053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oftware&#10;&#10;AI-generated content may be incorrect.">
            <a:extLst>
              <a:ext uri="{FF2B5EF4-FFF2-40B4-BE49-F238E27FC236}">
                <a16:creationId xmlns:a16="http://schemas.microsoft.com/office/drawing/2014/main" id="{D8AEADFD-3B1A-B9D9-EEFC-5A1FD818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7"/>
          <a:stretch>
            <a:fillRect/>
          </a:stretch>
        </p:blipFill>
        <p:spPr>
          <a:xfrm>
            <a:off x="2982191" y="1174749"/>
            <a:ext cx="6780068" cy="3199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D083E8-F9EE-8B02-A9ED-E13154B39E3A}"/>
              </a:ext>
            </a:extLst>
          </p:cNvPr>
          <p:cNvSpPr txBox="1"/>
          <p:nvPr/>
        </p:nvSpPr>
        <p:spPr>
          <a:xfrm>
            <a:off x="2000148" y="1351627"/>
            <a:ext cx="859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EF92E-67E9-68B0-191E-67B69A50CAAC}"/>
              </a:ext>
            </a:extLst>
          </p:cNvPr>
          <p:cNvSpPr txBox="1"/>
          <p:nvPr/>
        </p:nvSpPr>
        <p:spPr>
          <a:xfrm>
            <a:off x="1629641" y="2574304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Pre-mRNA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CCA26-F733-9D63-332B-DF73C4814339}"/>
              </a:ext>
            </a:extLst>
          </p:cNvPr>
          <p:cNvSpPr txBox="1"/>
          <p:nvPr/>
        </p:nvSpPr>
        <p:spPr>
          <a:xfrm>
            <a:off x="1833894" y="3796981"/>
            <a:ext cx="114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mature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9CEB7-B416-2D5E-1859-8728B111F268}"/>
              </a:ext>
            </a:extLst>
          </p:cNvPr>
          <p:cNvSpPr/>
          <p:nvPr/>
        </p:nvSpPr>
        <p:spPr>
          <a:xfrm>
            <a:off x="6653464" y="1751737"/>
            <a:ext cx="900727" cy="52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AF7D5-F35A-1EB6-DBDE-62BB3CAF2691}"/>
              </a:ext>
            </a:extLst>
          </p:cNvPr>
          <p:cNvSpPr txBox="1"/>
          <p:nvPr/>
        </p:nvSpPr>
        <p:spPr>
          <a:xfrm>
            <a:off x="6653463" y="1940948"/>
            <a:ext cx="190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Transcription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75C483-FDCE-2BC4-4B0E-D45159BA2B02}"/>
              </a:ext>
            </a:extLst>
          </p:cNvPr>
          <p:cNvSpPr/>
          <p:nvPr/>
        </p:nvSpPr>
        <p:spPr>
          <a:xfrm>
            <a:off x="6653464" y="3107257"/>
            <a:ext cx="1389100" cy="52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A55D7-70B9-A1B9-07B3-A6DB495CB2A8}"/>
              </a:ext>
            </a:extLst>
          </p:cNvPr>
          <p:cNvSpPr txBox="1"/>
          <p:nvPr/>
        </p:nvSpPr>
        <p:spPr>
          <a:xfrm>
            <a:off x="6653462" y="3296468"/>
            <a:ext cx="271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Splicing &amp; processing</a:t>
            </a:r>
          </a:p>
        </p:txBody>
      </p:sp>
    </p:spTree>
    <p:extLst>
      <p:ext uri="{BB962C8B-B14F-4D97-AF65-F5344CB8AC3E}">
        <p14:creationId xmlns:p14="http://schemas.microsoft.com/office/powerpoint/2010/main" val="600244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112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13</cp:revision>
  <dcterms:created xsi:type="dcterms:W3CDTF">2025-08-27T21:57:42Z</dcterms:created>
  <dcterms:modified xsi:type="dcterms:W3CDTF">2026-02-05T01:57:40Z</dcterms:modified>
</cp:coreProperties>
</file>