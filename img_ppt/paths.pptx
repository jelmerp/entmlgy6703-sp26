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9" autoAdjust="0"/>
    <p:restoredTop sz="94694"/>
  </p:normalViewPr>
  <p:slideViewPr>
    <p:cSldViewPr snapToGrid="0">
      <p:cViewPr varScale="1">
        <p:scale>
          <a:sx n="92" d="100"/>
          <a:sy n="92" d="100"/>
        </p:scale>
        <p:origin x="192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C9D30-C647-C509-26D1-7F4DA93296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02C8B-ECD6-D373-05F5-32C3816FE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DC007-A0A1-87F6-462F-383918CA6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83DE3-612B-78C1-D461-B3A2A70E3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D55E-D1A5-35F2-EFE2-4B27720C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6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FBE14-A843-9062-348C-AC8F478CA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598F4-60CC-03AD-3178-60715720E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DC3F4-C379-42CC-650F-2DE21F6D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6AA4A-C05B-68BD-5475-51EAE61FE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6CE4D-9985-A148-0AF7-EF6F14FC7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69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AF9AA-3A53-C809-C062-82695DEAB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CCA72-2329-63B5-3EB2-3398EDA50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50B44-91CD-C281-3E52-66687FFE5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CEAAF-8195-E673-B9C2-B86730FEE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832B5-DEAC-D02F-FFF0-FEEFE7215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43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9C8A6-350C-A151-A4A7-50C75246E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01653-EB62-B53E-9818-18FD3110C4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0332D-7E1E-21E4-E21B-0628FAE8D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B927A-187F-EDCD-ECE1-665FB398D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E5A5A-E8EF-13FF-9101-CF2E63533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1B474-29C6-6402-F353-9B64789B7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4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90A59-56C8-0562-8584-99D747C30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1E4D1-4C39-13A8-C3D1-3036768C4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5D6AF8-DAB1-6E40-48CD-F24799847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8BAB90-39A5-9983-B221-BA2AA9AC5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1E335-08C7-FAAD-F8E9-A997C7ACF5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3E1C9F-B717-4238-D036-0DAE58FDC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A750BD-A805-7DAB-78FD-9B765967A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C0F172-B039-7118-D234-CF927681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6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7D11F-DC20-1AF9-F685-EA8AA0E4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18BD8A-B92E-1071-BE9C-EF77E18F9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3D408-4921-B5C4-E699-9B809CD5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83C3D-7901-44AD-38D0-AC0E10597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03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1B45A4-B3A7-B88F-3C0E-66436468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C84429-C049-D448-967D-F5ACB9B11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E27C8-29E1-94BC-1885-A9606A77B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49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073D5-6479-F8FD-F6E0-BBFC5DC58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1F0F9-882B-1471-944E-3B264EF1D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57C62-F75C-430D-0A31-03759A9A5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02C56-2830-AEAB-1CDD-E0FF5E576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CEC7F-0A33-47C6-7F87-D7C669BAF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E0CF9-7C7A-9C00-828D-3A888F8D6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423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42A6E-9260-2F6A-E031-DB11E21E1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6F66BE-E7B1-F684-5F33-E0756CB28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F2DDE-6903-B919-F891-AF92CB9A3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D9435-486B-38C2-5072-66623107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74912-A553-9BA3-C29A-D09355DDE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35ABB-1A7E-A029-6ED1-7B2D029F7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61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69E91-3668-B834-ED13-C9D2D5E2B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E35E3-BD06-DDB7-5807-6A8AEBF29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63174-E810-1BD3-0F7C-F1308E50D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9DE2A-2153-B49A-3C12-427FD531C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CF5E0-3A9A-0D4F-CE46-610B2469A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13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928A71-086D-97EB-DE91-3839FB9BE3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EA11E-2170-51A4-B897-21DE7DCA3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F30B7-BE36-1D1E-4BCA-FD920DEF4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E4B39-9C8A-230B-43CA-1FC9FD3B0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28464-799F-C502-889D-4A6F26327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23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6AE4DE-3D88-D519-6A66-465EC967E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CD3C4-A5D6-04F0-2248-D70E3C5EE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F2340-E8C6-14C1-43E8-4541D0DEF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E137D5-C1D9-4039-85DE-1500BB1C4536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73472-B435-3367-AE2F-D50AA7D9C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1AD4F-134E-C0A2-3226-CD08DE9AF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685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C2271E4-071F-3574-A554-449517E27168}"/>
              </a:ext>
            </a:extLst>
          </p:cNvPr>
          <p:cNvCxnSpPr>
            <a:cxnSpLocks/>
          </p:cNvCxnSpPr>
          <p:nvPr/>
        </p:nvCxnSpPr>
        <p:spPr>
          <a:xfrm flipH="1">
            <a:off x="4800044" y="743774"/>
            <a:ext cx="319889" cy="4109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Top Corners One Rounded and One Snipped 13">
            <a:extLst>
              <a:ext uri="{FF2B5EF4-FFF2-40B4-BE49-F238E27FC236}">
                <a16:creationId xmlns:a16="http://schemas.microsoft.com/office/drawing/2014/main" id="{25169E7C-D9A7-9DBC-8C4F-398281B655EA}"/>
              </a:ext>
            </a:extLst>
          </p:cNvPr>
          <p:cNvSpPr/>
          <p:nvPr/>
        </p:nvSpPr>
        <p:spPr>
          <a:xfrm>
            <a:off x="3577826" y="1110136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fs</a:t>
            </a:r>
          </a:p>
        </p:txBody>
      </p:sp>
      <p:sp>
        <p:nvSpPr>
          <p:cNvPr id="15" name="Rectangle: Top Corners One Rounded and One Snipped 14">
            <a:extLst>
              <a:ext uri="{FF2B5EF4-FFF2-40B4-BE49-F238E27FC236}">
                <a16:creationId xmlns:a16="http://schemas.microsoft.com/office/drawing/2014/main" id="{D5B7D3D3-2BBD-8AD8-B88C-9FEA71522A92}"/>
              </a:ext>
            </a:extLst>
          </p:cNvPr>
          <p:cNvSpPr/>
          <p:nvPr/>
        </p:nvSpPr>
        <p:spPr>
          <a:xfrm>
            <a:off x="4873782" y="65246"/>
            <a:ext cx="1222218" cy="614246"/>
          </a:xfrm>
          <a:prstGeom prst="snip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7397F1-FCD2-E4B0-82AA-7854768ED43D}"/>
              </a:ext>
            </a:extLst>
          </p:cNvPr>
          <p:cNvCxnSpPr>
            <a:cxnSpLocks/>
          </p:cNvCxnSpPr>
          <p:nvPr/>
        </p:nvCxnSpPr>
        <p:spPr>
          <a:xfrm flipH="1">
            <a:off x="3804163" y="1772249"/>
            <a:ext cx="299599" cy="3478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Top Corners One Rounded and One Snipped 17">
            <a:extLst>
              <a:ext uri="{FF2B5EF4-FFF2-40B4-BE49-F238E27FC236}">
                <a16:creationId xmlns:a16="http://schemas.microsoft.com/office/drawing/2014/main" id="{A495D624-9BA4-78DC-9D42-B0B31A534AE5}"/>
              </a:ext>
            </a:extLst>
          </p:cNvPr>
          <p:cNvSpPr/>
          <p:nvPr/>
        </p:nvSpPr>
        <p:spPr>
          <a:xfrm>
            <a:off x="2581945" y="2167994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ess</a:t>
            </a:r>
          </a:p>
        </p:txBody>
      </p:sp>
      <p:sp>
        <p:nvSpPr>
          <p:cNvPr id="20" name="Rectangle: Top Corners One Rounded and One Snipped 19">
            <a:extLst>
              <a:ext uri="{FF2B5EF4-FFF2-40B4-BE49-F238E27FC236}">
                <a16:creationId xmlns:a16="http://schemas.microsoft.com/office/drawing/2014/main" id="{AFACB8B2-ECAC-7538-D7D3-167008A20975}"/>
              </a:ext>
            </a:extLst>
          </p:cNvPr>
          <p:cNvSpPr/>
          <p:nvPr/>
        </p:nvSpPr>
        <p:spPr>
          <a:xfrm>
            <a:off x="2581945" y="3269544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PAS2880</a:t>
            </a:r>
          </a:p>
        </p:txBody>
      </p:sp>
      <p:sp>
        <p:nvSpPr>
          <p:cNvPr id="22" name="Rectangle: Top Corners One Rounded and One Snipped 21">
            <a:extLst>
              <a:ext uri="{FF2B5EF4-FFF2-40B4-BE49-F238E27FC236}">
                <a16:creationId xmlns:a16="http://schemas.microsoft.com/office/drawing/2014/main" id="{E0D9F4FA-8792-B1C8-F9C4-FF5B21E94FB8}"/>
              </a:ext>
            </a:extLst>
          </p:cNvPr>
          <p:cNvSpPr/>
          <p:nvPr/>
        </p:nvSpPr>
        <p:spPr>
          <a:xfrm>
            <a:off x="2581945" y="4593224"/>
            <a:ext cx="1222217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</a:t>
            </a:r>
          </a:p>
        </p:txBody>
      </p:sp>
      <p:sp>
        <p:nvSpPr>
          <p:cNvPr id="24" name="Rectangle: Top Corners One Rounded and One Snipped 23">
            <a:extLst>
              <a:ext uri="{FF2B5EF4-FFF2-40B4-BE49-F238E27FC236}">
                <a16:creationId xmlns:a16="http://schemas.microsoft.com/office/drawing/2014/main" id="{DE1C3D88-AEDE-5890-C126-38E572857789}"/>
              </a:ext>
            </a:extLst>
          </p:cNvPr>
          <p:cNvSpPr/>
          <p:nvPr/>
        </p:nvSpPr>
        <p:spPr>
          <a:xfrm>
            <a:off x="2581944" y="5711119"/>
            <a:ext cx="1222217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$USER</a:t>
            </a:r>
          </a:p>
        </p:txBody>
      </p:sp>
      <p:sp>
        <p:nvSpPr>
          <p:cNvPr id="26" name="Rectangle: Top Corners One Rounded and One Snipped 25">
            <a:extLst>
              <a:ext uri="{FF2B5EF4-FFF2-40B4-BE49-F238E27FC236}">
                <a16:creationId xmlns:a16="http://schemas.microsoft.com/office/drawing/2014/main" id="{C0700361-9AD8-99EF-DE3B-2315363F0350}"/>
              </a:ext>
            </a:extLst>
          </p:cNvPr>
          <p:cNvSpPr/>
          <p:nvPr/>
        </p:nvSpPr>
        <p:spPr>
          <a:xfrm>
            <a:off x="6042721" y="1116171"/>
            <a:ext cx="1222218" cy="614246"/>
          </a:xfrm>
          <a:prstGeom prst="snip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</a:t>
            </a:r>
          </a:p>
        </p:txBody>
      </p:sp>
      <p:sp>
        <p:nvSpPr>
          <p:cNvPr id="38" name="Rectangle: Top Corners One Rounded and One Snipped 37">
            <a:extLst>
              <a:ext uri="{FF2B5EF4-FFF2-40B4-BE49-F238E27FC236}">
                <a16:creationId xmlns:a16="http://schemas.microsoft.com/office/drawing/2014/main" id="{65471588-5018-18AB-615C-F7FA568348C6}"/>
              </a:ext>
            </a:extLst>
          </p:cNvPr>
          <p:cNvSpPr/>
          <p:nvPr/>
        </p:nvSpPr>
        <p:spPr>
          <a:xfrm>
            <a:off x="6040901" y="2177121"/>
            <a:ext cx="1222218" cy="614246"/>
          </a:xfrm>
          <a:prstGeom prst="snipRoundRect">
            <a:avLst/>
          </a:prstGeom>
          <a:solidFill>
            <a:schemeClr val="accent2">
              <a:lumMod val="20000"/>
              <a:lumOff val="80000"/>
              <a:alpha val="49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PAS2880</a:t>
            </a:r>
          </a:p>
        </p:txBody>
      </p:sp>
      <p:sp>
        <p:nvSpPr>
          <p:cNvPr id="41" name="Rectangle: Top Corners One Rounded and One Snipped 40">
            <a:extLst>
              <a:ext uri="{FF2B5EF4-FFF2-40B4-BE49-F238E27FC236}">
                <a16:creationId xmlns:a16="http://schemas.microsoft.com/office/drawing/2014/main" id="{7D28D3EA-DB26-36CA-7429-67420411A0E4}"/>
              </a:ext>
            </a:extLst>
          </p:cNvPr>
          <p:cNvSpPr/>
          <p:nvPr/>
        </p:nvSpPr>
        <p:spPr>
          <a:xfrm>
            <a:off x="4171608" y="2164992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scratch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6E11394-698F-95B9-470F-04584276AA83}"/>
              </a:ext>
            </a:extLst>
          </p:cNvPr>
          <p:cNvCxnSpPr>
            <a:cxnSpLocks/>
          </p:cNvCxnSpPr>
          <p:nvPr/>
        </p:nvCxnSpPr>
        <p:spPr>
          <a:xfrm>
            <a:off x="4262510" y="1789277"/>
            <a:ext cx="292332" cy="329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: Top Corners One Rounded and One Snipped 42">
            <a:extLst>
              <a:ext uri="{FF2B5EF4-FFF2-40B4-BE49-F238E27FC236}">
                <a16:creationId xmlns:a16="http://schemas.microsoft.com/office/drawing/2014/main" id="{EA10BB5C-F1E2-21E1-A8DA-D5366D3F205C}"/>
              </a:ext>
            </a:extLst>
          </p:cNvPr>
          <p:cNvSpPr/>
          <p:nvPr/>
        </p:nvSpPr>
        <p:spPr>
          <a:xfrm>
            <a:off x="4169340" y="3294396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PAS2880</a:t>
            </a:r>
          </a:p>
        </p:txBody>
      </p:sp>
      <p:sp>
        <p:nvSpPr>
          <p:cNvPr id="45" name="Rectangle: Top Corners One Rounded and One Snipped 44">
            <a:extLst>
              <a:ext uri="{FF2B5EF4-FFF2-40B4-BE49-F238E27FC236}">
                <a16:creationId xmlns:a16="http://schemas.microsoft.com/office/drawing/2014/main" id="{8D43335F-3EF1-F5B4-B63B-DE737FD2C375}"/>
              </a:ext>
            </a:extLst>
          </p:cNvPr>
          <p:cNvSpPr/>
          <p:nvPr/>
        </p:nvSpPr>
        <p:spPr>
          <a:xfrm>
            <a:off x="6016411" y="3284887"/>
            <a:ext cx="1222218" cy="614246"/>
          </a:xfrm>
          <a:prstGeom prst="snip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$USER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E08BFC-504C-402D-4AB7-E4AACBD6B078}"/>
              </a:ext>
            </a:extLst>
          </p:cNvPr>
          <p:cNvCxnSpPr>
            <a:cxnSpLocks/>
          </p:cNvCxnSpPr>
          <p:nvPr/>
        </p:nvCxnSpPr>
        <p:spPr>
          <a:xfrm>
            <a:off x="5711397" y="745099"/>
            <a:ext cx="305014" cy="4082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A15FC2-D290-1EF7-4FD4-3BE391B384A9}"/>
              </a:ext>
            </a:extLst>
          </p:cNvPr>
          <p:cNvCxnSpPr>
            <a:cxnSpLocks/>
          </p:cNvCxnSpPr>
          <p:nvPr/>
        </p:nvCxnSpPr>
        <p:spPr>
          <a:xfrm>
            <a:off x="6583921" y="1782332"/>
            <a:ext cx="2268" cy="3796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EBE93C3-7647-3FB5-5FCA-6606613F5C8D}"/>
              </a:ext>
            </a:extLst>
          </p:cNvPr>
          <p:cNvCxnSpPr>
            <a:cxnSpLocks/>
          </p:cNvCxnSpPr>
          <p:nvPr/>
        </p:nvCxnSpPr>
        <p:spPr>
          <a:xfrm>
            <a:off x="6581653" y="2859832"/>
            <a:ext cx="2268" cy="3796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FAF2C1-8E4E-DB0C-2E9C-3EE20D4F22BC}"/>
              </a:ext>
            </a:extLst>
          </p:cNvPr>
          <p:cNvCxnSpPr>
            <a:cxnSpLocks/>
          </p:cNvCxnSpPr>
          <p:nvPr/>
        </p:nvCxnSpPr>
        <p:spPr>
          <a:xfrm>
            <a:off x="3163700" y="2838203"/>
            <a:ext cx="2268" cy="3796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DD1B715-4A70-60D3-68F4-CDE764761380}"/>
              </a:ext>
            </a:extLst>
          </p:cNvPr>
          <p:cNvCxnSpPr>
            <a:cxnSpLocks/>
          </p:cNvCxnSpPr>
          <p:nvPr/>
        </p:nvCxnSpPr>
        <p:spPr>
          <a:xfrm>
            <a:off x="4780449" y="2841955"/>
            <a:ext cx="2268" cy="3796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48F91B8-4E1F-C62C-6B98-0893642639C0}"/>
              </a:ext>
            </a:extLst>
          </p:cNvPr>
          <p:cNvCxnSpPr>
            <a:cxnSpLocks/>
          </p:cNvCxnSpPr>
          <p:nvPr/>
        </p:nvCxnSpPr>
        <p:spPr>
          <a:xfrm>
            <a:off x="3165829" y="3989911"/>
            <a:ext cx="0" cy="5413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EE16E92-0A3E-FB86-005C-47B5FE4E18B5}"/>
              </a:ext>
            </a:extLst>
          </p:cNvPr>
          <p:cNvCxnSpPr>
            <a:cxnSpLocks/>
          </p:cNvCxnSpPr>
          <p:nvPr/>
        </p:nvCxnSpPr>
        <p:spPr>
          <a:xfrm>
            <a:off x="3163700" y="5269467"/>
            <a:ext cx="2268" cy="3796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7304B9B-C6EA-466D-ED97-549F386FF1DA}"/>
              </a:ext>
            </a:extLst>
          </p:cNvPr>
          <p:cNvSpPr txBox="1"/>
          <p:nvPr/>
        </p:nvSpPr>
        <p:spPr>
          <a:xfrm>
            <a:off x="4368246" y="5269467"/>
            <a:ext cx="1011071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cd ..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45AF0C-7BD0-F5AF-B37F-16007B00C17B}"/>
              </a:ext>
            </a:extLst>
          </p:cNvPr>
          <p:cNvSpPr txBox="1"/>
          <p:nvPr/>
        </p:nvSpPr>
        <p:spPr>
          <a:xfrm>
            <a:off x="711128" y="4528493"/>
            <a:ext cx="1429286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cd ../..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793871F-6921-083A-AE60-7F5FE31559E7}"/>
              </a:ext>
            </a:extLst>
          </p:cNvPr>
          <p:cNvSpPr txBox="1"/>
          <p:nvPr/>
        </p:nvSpPr>
        <p:spPr>
          <a:xfrm>
            <a:off x="3953962" y="4246003"/>
            <a:ext cx="3573269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cd ../../scratch/PAS2880</a:t>
            </a:r>
          </a:p>
        </p:txBody>
      </p:sp>
      <p:sp>
        <p:nvSpPr>
          <p:cNvPr id="57" name="Curved Right Arrow 56">
            <a:extLst>
              <a:ext uri="{FF2B5EF4-FFF2-40B4-BE49-F238E27FC236}">
                <a16:creationId xmlns:a16="http://schemas.microsoft.com/office/drawing/2014/main" id="{62F6CD02-CF0E-7DE7-79AE-08F2D45E9329}"/>
              </a:ext>
            </a:extLst>
          </p:cNvPr>
          <p:cNvSpPr/>
          <p:nvPr/>
        </p:nvSpPr>
        <p:spPr>
          <a:xfrm rot="16200000">
            <a:off x="4054558" y="3498142"/>
            <a:ext cx="296485" cy="1249948"/>
          </a:xfrm>
          <a:prstGeom prst="curvedRightArrow">
            <a:avLst>
              <a:gd name="adj1" fmla="val 25000"/>
              <a:gd name="adj2" fmla="val 67071"/>
              <a:gd name="adj3" fmla="val 25000"/>
            </a:avLst>
          </a:prstGeom>
          <a:solidFill>
            <a:srgbClr val="7030A0">
              <a:alpha val="59813"/>
            </a:srgbClr>
          </a:solidFill>
          <a:ln>
            <a:solidFill>
              <a:srgbClr val="7030A0">
                <a:alpha val="6006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Curved Right Arrow 54">
            <a:extLst>
              <a:ext uri="{FF2B5EF4-FFF2-40B4-BE49-F238E27FC236}">
                <a16:creationId xmlns:a16="http://schemas.microsoft.com/office/drawing/2014/main" id="{1B5601C7-42CA-5FAB-B887-6D6B5C00B5F5}"/>
              </a:ext>
            </a:extLst>
          </p:cNvPr>
          <p:cNvSpPr/>
          <p:nvPr/>
        </p:nvSpPr>
        <p:spPr>
          <a:xfrm rot="10800000" flipH="1">
            <a:off x="1974112" y="3428999"/>
            <a:ext cx="547753" cy="2614185"/>
          </a:xfrm>
          <a:prstGeom prst="curvedRightArrow">
            <a:avLst>
              <a:gd name="adj1" fmla="val 21176"/>
              <a:gd name="adj2" fmla="val 67071"/>
              <a:gd name="adj3" fmla="val 25000"/>
            </a:avLst>
          </a:prstGeom>
          <a:solidFill>
            <a:srgbClr val="7030A0">
              <a:alpha val="64538"/>
            </a:srgbClr>
          </a:solidFill>
          <a:ln>
            <a:solidFill>
              <a:srgbClr val="7030A0">
                <a:alpha val="6547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Curved Right Arrow 33">
            <a:extLst>
              <a:ext uri="{FF2B5EF4-FFF2-40B4-BE49-F238E27FC236}">
                <a16:creationId xmlns:a16="http://schemas.microsoft.com/office/drawing/2014/main" id="{BDFF372B-58FE-2F20-0A39-4379E174BA24}"/>
              </a:ext>
            </a:extLst>
          </p:cNvPr>
          <p:cNvSpPr/>
          <p:nvPr/>
        </p:nvSpPr>
        <p:spPr>
          <a:xfrm rot="10800000">
            <a:off x="3924320" y="4843003"/>
            <a:ext cx="335922" cy="1260713"/>
          </a:xfrm>
          <a:prstGeom prst="curvedRightArrow">
            <a:avLst>
              <a:gd name="adj1" fmla="val 25000"/>
              <a:gd name="adj2" fmla="val 67071"/>
              <a:gd name="adj3" fmla="val 25000"/>
            </a:avLst>
          </a:prstGeom>
          <a:solidFill>
            <a:srgbClr val="7030A0">
              <a:alpha val="60000"/>
            </a:srgbClr>
          </a:solidFill>
          <a:ln>
            <a:solidFill>
              <a:srgbClr val="7030A0">
                <a:alpha val="6032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755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F1EAF-72A7-392C-6343-648738587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249C780-544F-8BE8-15A4-58B1670F047E}"/>
              </a:ext>
            </a:extLst>
          </p:cNvPr>
          <p:cNvCxnSpPr>
            <a:cxnSpLocks/>
          </p:cNvCxnSpPr>
          <p:nvPr/>
        </p:nvCxnSpPr>
        <p:spPr>
          <a:xfrm flipH="1">
            <a:off x="4800044" y="743774"/>
            <a:ext cx="319889" cy="4109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Top Corners One Rounded and One Snipped 13">
            <a:extLst>
              <a:ext uri="{FF2B5EF4-FFF2-40B4-BE49-F238E27FC236}">
                <a16:creationId xmlns:a16="http://schemas.microsoft.com/office/drawing/2014/main" id="{46401C24-2788-2D58-4497-07234D1B8C16}"/>
              </a:ext>
            </a:extLst>
          </p:cNvPr>
          <p:cNvSpPr/>
          <p:nvPr/>
        </p:nvSpPr>
        <p:spPr>
          <a:xfrm>
            <a:off x="3577826" y="1110136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fs</a:t>
            </a:r>
          </a:p>
        </p:txBody>
      </p:sp>
      <p:sp>
        <p:nvSpPr>
          <p:cNvPr id="15" name="Rectangle: Top Corners One Rounded and One Snipped 14">
            <a:extLst>
              <a:ext uri="{FF2B5EF4-FFF2-40B4-BE49-F238E27FC236}">
                <a16:creationId xmlns:a16="http://schemas.microsoft.com/office/drawing/2014/main" id="{20B9469D-C156-46DA-CF10-E1389A3447CB}"/>
              </a:ext>
            </a:extLst>
          </p:cNvPr>
          <p:cNvSpPr/>
          <p:nvPr/>
        </p:nvSpPr>
        <p:spPr>
          <a:xfrm>
            <a:off x="4873782" y="65246"/>
            <a:ext cx="1222218" cy="614246"/>
          </a:xfrm>
          <a:prstGeom prst="snip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83504DC-1344-0042-62AA-965F214C6F94}"/>
              </a:ext>
            </a:extLst>
          </p:cNvPr>
          <p:cNvCxnSpPr>
            <a:cxnSpLocks/>
          </p:cNvCxnSpPr>
          <p:nvPr/>
        </p:nvCxnSpPr>
        <p:spPr>
          <a:xfrm flipH="1">
            <a:off x="3804163" y="1772249"/>
            <a:ext cx="299599" cy="347878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Top Corners One Rounded and One Snipped 17">
            <a:extLst>
              <a:ext uri="{FF2B5EF4-FFF2-40B4-BE49-F238E27FC236}">
                <a16:creationId xmlns:a16="http://schemas.microsoft.com/office/drawing/2014/main" id="{22D59845-F3FB-BE78-3CCE-4FC3A0F9CFF2}"/>
              </a:ext>
            </a:extLst>
          </p:cNvPr>
          <p:cNvSpPr/>
          <p:nvPr/>
        </p:nvSpPr>
        <p:spPr>
          <a:xfrm>
            <a:off x="2581945" y="2167994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ess</a:t>
            </a:r>
          </a:p>
        </p:txBody>
      </p:sp>
      <p:sp>
        <p:nvSpPr>
          <p:cNvPr id="20" name="Rectangle: Top Corners One Rounded and One Snipped 19">
            <a:extLst>
              <a:ext uri="{FF2B5EF4-FFF2-40B4-BE49-F238E27FC236}">
                <a16:creationId xmlns:a16="http://schemas.microsoft.com/office/drawing/2014/main" id="{17A5A6AE-09D6-D163-9558-593A382E86DA}"/>
              </a:ext>
            </a:extLst>
          </p:cNvPr>
          <p:cNvSpPr/>
          <p:nvPr/>
        </p:nvSpPr>
        <p:spPr>
          <a:xfrm>
            <a:off x="2581945" y="3269544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  <a:alpha val="50105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PAS2880</a:t>
            </a:r>
          </a:p>
        </p:txBody>
      </p:sp>
      <p:sp>
        <p:nvSpPr>
          <p:cNvPr id="26" name="Rectangle: Top Corners One Rounded and One Snipped 25">
            <a:extLst>
              <a:ext uri="{FF2B5EF4-FFF2-40B4-BE49-F238E27FC236}">
                <a16:creationId xmlns:a16="http://schemas.microsoft.com/office/drawing/2014/main" id="{C1CA18E0-0F2D-3731-96D5-14E0F16374EE}"/>
              </a:ext>
            </a:extLst>
          </p:cNvPr>
          <p:cNvSpPr/>
          <p:nvPr/>
        </p:nvSpPr>
        <p:spPr>
          <a:xfrm>
            <a:off x="6042721" y="1116171"/>
            <a:ext cx="1222218" cy="614246"/>
          </a:xfrm>
          <a:prstGeom prst="snipRoundRect">
            <a:avLst/>
          </a:prstGeom>
          <a:solidFill>
            <a:schemeClr val="accent2">
              <a:lumMod val="20000"/>
              <a:lumOff val="80000"/>
              <a:alpha val="49745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</a:t>
            </a:r>
          </a:p>
        </p:txBody>
      </p:sp>
      <p:sp>
        <p:nvSpPr>
          <p:cNvPr id="41" name="Rectangle: Top Corners One Rounded and One Snipped 40">
            <a:extLst>
              <a:ext uri="{FF2B5EF4-FFF2-40B4-BE49-F238E27FC236}">
                <a16:creationId xmlns:a16="http://schemas.microsoft.com/office/drawing/2014/main" id="{7A7632A4-F28D-5AF2-6D9A-44DFEDACBB54}"/>
              </a:ext>
            </a:extLst>
          </p:cNvPr>
          <p:cNvSpPr/>
          <p:nvPr/>
        </p:nvSpPr>
        <p:spPr>
          <a:xfrm>
            <a:off x="4171608" y="2164992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scratch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ECE49D-5605-3C7E-A69F-968D7687B547}"/>
              </a:ext>
            </a:extLst>
          </p:cNvPr>
          <p:cNvCxnSpPr>
            <a:cxnSpLocks/>
          </p:cNvCxnSpPr>
          <p:nvPr/>
        </p:nvCxnSpPr>
        <p:spPr>
          <a:xfrm>
            <a:off x="4262510" y="1789277"/>
            <a:ext cx="292332" cy="329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: Top Corners One Rounded and One Snipped 42">
            <a:extLst>
              <a:ext uri="{FF2B5EF4-FFF2-40B4-BE49-F238E27FC236}">
                <a16:creationId xmlns:a16="http://schemas.microsoft.com/office/drawing/2014/main" id="{55D37D73-482C-C6FE-4BC1-257C1010A082}"/>
              </a:ext>
            </a:extLst>
          </p:cNvPr>
          <p:cNvSpPr/>
          <p:nvPr/>
        </p:nvSpPr>
        <p:spPr>
          <a:xfrm>
            <a:off x="4169340" y="3294396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PAS2880</a:t>
            </a:r>
          </a:p>
        </p:txBody>
      </p:sp>
      <p:sp>
        <p:nvSpPr>
          <p:cNvPr id="45" name="Rectangle: Top Corners One Rounded and One Snipped 44">
            <a:extLst>
              <a:ext uri="{FF2B5EF4-FFF2-40B4-BE49-F238E27FC236}">
                <a16:creationId xmlns:a16="http://schemas.microsoft.com/office/drawing/2014/main" id="{DE55BE21-A292-1268-08DA-1A41644CF130}"/>
              </a:ext>
            </a:extLst>
          </p:cNvPr>
          <p:cNvSpPr/>
          <p:nvPr/>
        </p:nvSpPr>
        <p:spPr>
          <a:xfrm>
            <a:off x="6016411" y="3284887"/>
            <a:ext cx="1222218" cy="614246"/>
          </a:xfrm>
          <a:prstGeom prst="snip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&lt;user&gt;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035EC70-F1B5-EBFE-14E4-A4200420A706}"/>
              </a:ext>
            </a:extLst>
          </p:cNvPr>
          <p:cNvCxnSpPr>
            <a:cxnSpLocks/>
          </p:cNvCxnSpPr>
          <p:nvPr/>
        </p:nvCxnSpPr>
        <p:spPr>
          <a:xfrm>
            <a:off x="5711397" y="745099"/>
            <a:ext cx="305014" cy="408286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02BF571-D7A2-540B-58CF-87F097987E0F}"/>
              </a:ext>
            </a:extLst>
          </p:cNvPr>
          <p:cNvCxnSpPr>
            <a:cxnSpLocks/>
          </p:cNvCxnSpPr>
          <p:nvPr/>
        </p:nvCxnSpPr>
        <p:spPr>
          <a:xfrm>
            <a:off x="6583921" y="1782332"/>
            <a:ext cx="2268" cy="379655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035BC98-F23E-776E-C974-40F9944D9F95}"/>
              </a:ext>
            </a:extLst>
          </p:cNvPr>
          <p:cNvCxnSpPr>
            <a:cxnSpLocks/>
          </p:cNvCxnSpPr>
          <p:nvPr/>
        </p:nvCxnSpPr>
        <p:spPr>
          <a:xfrm>
            <a:off x="6581653" y="2859832"/>
            <a:ext cx="2268" cy="379655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7878F0-555D-A71A-4442-549A723D37C2}"/>
              </a:ext>
            </a:extLst>
          </p:cNvPr>
          <p:cNvCxnSpPr>
            <a:cxnSpLocks/>
          </p:cNvCxnSpPr>
          <p:nvPr/>
        </p:nvCxnSpPr>
        <p:spPr>
          <a:xfrm>
            <a:off x="3163700" y="2838203"/>
            <a:ext cx="2268" cy="379655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C6B69BF-E230-1118-66E1-17C6EF91F924}"/>
              </a:ext>
            </a:extLst>
          </p:cNvPr>
          <p:cNvCxnSpPr>
            <a:cxnSpLocks/>
          </p:cNvCxnSpPr>
          <p:nvPr/>
        </p:nvCxnSpPr>
        <p:spPr>
          <a:xfrm>
            <a:off x="4780449" y="2841955"/>
            <a:ext cx="2268" cy="3796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D835B8B-2292-80BA-9097-F8A936806925}"/>
              </a:ext>
            </a:extLst>
          </p:cNvPr>
          <p:cNvCxnSpPr>
            <a:cxnSpLocks/>
          </p:cNvCxnSpPr>
          <p:nvPr/>
        </p:nvCxnSpPr>
        <p:spPr>
          <a:xfrm flipH="1">
            <a:off x="4128559" y="5081138"/>
            <a:ext cx="299599" cy="3478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Top Corners One Rounded and One Snipped 17">
            <a:extLst>
              <a:ext uri="{FF2B5EF4-FFF2-40B4-BE49-F238E27FC236}">
                <a16:creationId xmlns:a16="http://schemas.microsoft.com/office/drawing/2014/main" id="{E25215B0-D573-4E1E-92A3-31F7A80BCBC8}"/>
              </a:ext>
            </a:extLst>
          </p:cNvPr>
          <p:cNvSpPr/>
          <p:nvPr/>
        </p:nvSpPr>
        <p:spPr>
          <a:xfrm>
            <a:off x="2884569" y="5476883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share</a:t>
            </a:r>
          </a:p>
        </p:txBody>
      </p:sp>
      <p:sp>
        <p:nvSpPr>
          <p:cNvPr id="4" name="Rectangle: Top Corners One Rounded and One Snipped 40">
            <a:extLst>
              <a:ext uri="{FF2B5EF4-FFF2-40B4-BE49-F238E27FC236}">
                <a16:creationId xmlns:a16="http://schemas.microsoft.com/office/drawing/2014/main" id="{2969032E-36D3-CCC4-E2E7-AB91576A22A4}"/>
              </a:ext>
            </a:extLst>
          </p:cNvPr>
          <p:cNvSpPr/>
          <p:nvPr/>
        </p:nvSpPr>
        <p:spPr>
          <a:xfrm>
            <a:off x="4474232" y="5473881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&lt;user1&gt;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7037CC-5B92-5EC0-5024-2B876E3C5EAB}"/>
              </a:ext>
            </a:extLst>
          </p:cNvPr>
          <p:cNvCxnSpPr>
            <a:cxnSpLocks/>
          </p:cNvCxnSpPr>
          <p:nvPr/>
        </p:nvCxnSpPr>
        <p:spPr>
          <a:xfrm>
            <a:off x="4780449" y="5090368"/>
            <a:ext cx="176609" cy="3462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Top Corners One Rounded and One Snipped 25">
            <a:extLst>
              <a:ext uri="{FF2B5EF4-FFF2-40B4-BE49-F238E27FC236}">
                <a16:creationId xmlns:a16="http://schemas.microsoft.com/office/drawing/2014/main" id="{D685C67B-9C46-3631-431D-33E50C29EC45}"/>
              </a:ext>
            </a:extLst>
          </p:cNvPr>
          <p:cNvSpPr/>
          <p:nvPr/>
        </p:nvSpPr>
        <p:spPr>
          <a:xfrm>
            <a:off x="6016411" y="2213902"/>
            <a:ext cx="1222218" cy="614246"/>
          </a:xfrm>
          <a:prstGeom prst="snipRoundRect">
            <a:avLst/>
          </a:prstGeom>
          <a:solidFill>
            <a:schemeClr val="accent2">
              <a:lumMod val="20000"/>
              <a:lumOff val="80000"/>
              <a:alpha val="50419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i="1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&lt;project&gt;</a:t>
            </a:r>
          </a:p>
        </p:txBody>
      </p:sp>
      <p:sp>
        <p:nvSpPr>
          <p:cNvPr id="9" name="Rectangle: Top Corners One Rounded and One Snipped 40">
            <a:extLst>
              <a:ext uri="{FF2B5EF4-FFF2-40B4-BE49-F238E27FC236}">
                <a16:creationId xmlns:a16="http://schemas.microsoft.com/office/drawing/2014/main" id="{A8F622F6-F0D2-9452-3901-09DDF3D865C7}"/>
              </a:ext>
            </a:extLst>
          </p:cNvPr>
          <p:cNvSpPr/>
          <p:nvPr/>
        </p:nvSpPr>
        <p:spPr>
          <a:xfrm>
            <a:off x="6063895" y="5473881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&lt;user2&gt;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E15B4D-24C3-8176-C489-7FD718603DB0}"/>
              </a:ext>
            </a:extLst>
          </p:cNvPr>
          <p:cNvCxnSpPr>
            <a:cxnSpLocks/>
          </p:cNvCxnSpPr>
          <p:nvPr/>
        </p:nvCxnSpPr>
        <p:spPr>
          <a:xfrm>
            <a:off x="5272591" y="5079309"/>
            <a:ext cx="813076" cy="3478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FE76B5B-2B31-AF5E-5E82-D2EB8B040B2D}"/>
              </a:ext>
            </a:extLst>
          </p:cNvPr>
          <p:cNvSpPr txBox="1"/>
          <p:nvPr/>
        </p:nvSpPr>
        <p:spPr>
          <a:xfrm>
            <a:off x="7461637" y="5224215"/>
            <a:ext cx="81307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/>
              <a:t>... </a:t>
            </a:r>
          </a:p>
        </p:txBody>
      </p:sp>
      <p:sp>
        <p:nvSpPr>
          <p:cNvPr id="19" name="Rectangle: Top Corners One Rounded and One Snipped 42">
            <a:extLst>
              <a:ext uri="{FF2B5EF4-FFF2-40B4-BE49-F238E27FC236}">
                <a16:creationId xmlns:a16="http://schemas.microsoft.com/office/drawing/2014/main" id="{D76986F6-EB10-FB7A-BCED-EC7A610B84F4}"/>
              </a:ext>
            </a:extLst>
          </p:cNvPr>
          <p:cNvSpPr/>
          <p:nvPr/>
        </p:nvSpPr>
        <p:spPr>
          <a:xfrm>
            <a:off x="4169340" y="4365461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ENT6703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E129970-1542-2CB9-0196-5EF82BBD5890}"/>
              </a:ext>
            </a:extLst>
          </p:cNvPr>
          <p:cNvCxnSpPr>
            <a:cxnSpLocks/>
          </p:cNvCxnSpPr>
          <p:nvPr/>
        </p:nvCxnSpPr>
        <p:spPr>
          <a:xfrm>
            <a:off x="4760825" y="3939112"/>
            <a:ext cx="2268" cy="3796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D469EE0-2C86-96A7-7E8B-0114DF3050AF}"/>
              </a:ext>
            </a:extLst>
          </p:cNvPr>
          <p:cNvSpPr txBox="1"/>
          <p:nvPr/>
        </p:nvSpPr>
        <p:spPr>
          <a:xfrm>
            <a:off x="6130228" y="97443"/>
            <a:ext cx="214448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i="1" dirty="0">
                <a:solidFill>
                  <a:schemeClr val="bg1">
                    <a:lumMod val="65000"/>
                  </a:schemeClr>
                </a:solidFill>
              </a:rPr>
              <a:t>Marker of the file system’s “root”</a:t>
            </a:r>
          </a:p>
        </p:txBody>
      </p:sp>
    </p:spTree>
    <p:extLst>
      <p:ext uri="{BB962C8B-B14F-4D97-AF65-F5344CB8AC3E}">
        <p14:creationId xmlns:p14="http://schemas.microsoft.com/office/powerpoint/2010/main" val="2406466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3F8DE-33EE-272D-8E61-35BFDC0AC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2AF7F7C-1B51-F521-AF8C-50F3D235217B}"/>
              </a:ext>
            </a:extLst>
          </p:cNvPr>
          <p:cNvCxnSpPr>
            <a:cxnSpLocks/>
          </p:cNvCxnSpPr>
          <p:nvPr/>
        </p:nvCxnSpPr>
        <p:spPr>
          <a:xfrm flipH="1">
            <a:off x="4800044" y="743774"/>
            <a:ext cx="319889" cy="4109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Top Corners One Rounded and One Snipped 13">
            <a:extLst>
              <a:ext uri="{FF2B5EF4-FFF2-40B4-BE49-F238E27FC236}">
                <a16:creationId xmlns:a16="http://schemas.microsoft.com/office/drawing/2014/main" id="{9D7EF661-A5FF-7AEA-6C56-E9FDCECF0FEA}"/>
              </a:ext>
            </a:extLst>
          </p:cNvPr>
          <p:cNvSpPr/>
          <p:nvPr/>
        </p:nvSpPr>
        <p:spPr>
          <a:xfrm>
            <a:off x="3577826" y="1110136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fs</a:t>
            </a:r>
          </a:p>
        </p:txBody>
      </p:sp>
      <p:sp>
        <p:nvSpPr>
          <p:cNvPr id="15" name="Rectangle: Top Corners One Rounded and One Snipped 14">
            <a:extLst>
              <a:ext uri="{FF2B5EF4-FFF2-40B4-BE49-F238E27FC236}">
                <a16:creationId xmlns:a16="http://schemas.microsoft.com/office/drawing/2014/main" id="{53499DE9-7683-DAD9-863E-7752976C8868}"/>
              </a:ext>
            </a:extLst>
          </p:cNvPr>
          <p:cNvSpPr/>
          <p:nvPr/>
        </p:nvSpPr>
        <p:spPr>
          <a:xfrm>
            <a:off x="4873782" y="65246"/>
            <a:ext cx="1222218" cy="614246"/>
          </a:xfrm>
          <a:prstGeom prst="snip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AB43A52-3938-DB5D-5A89-FFEE6E6895A7}"/>
              </a:ext>
            </a:extLst>
          </p:cNvPr>
          <p:cNvCxnSpPr>
            <a:cxnSpLocks/>
          </p:cNvCxnSpPr>
          <p:nvPr/>
        </p:nvCxnSpPr>
        <p:spPr>
          <a:xfrm flipH="1">
            <a:off x="3804163" y="1772249"/>
            <a:ext cx="299599" cy="347878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Top Corners One Rounded and One Snipped 17">
            <a:extLst>
              <a:ext uri="{FF2B5EF4-FFF2-40B4-BE49-F238E27FC236}">
                <a16:creationId xmlns:a16="http://schemas.microsoft.com/office/drawing/2014/main" id="{24A93A4D-E14C-1BEE-2FB7-DE358B10384D}"/>
              </a:ext>
            </a:extLst>
          </p:cNvPr>
          <p:cNvSpPr/>
          <p:nvPr/>
        </p:nvSpPr>
        <p:spPr>
          <a:xfrm>
            <a:off x="2581945" y="2167994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ess</a:t>
            </a:r>
          </a:p>
        </p:txBody>
      </p:sp>
      <p:sp>
        <p:nvSpPr>
          <p:cNvPr id="20" name="Rectangle: Top Corners One Rounded and One Snipped 19">
            <a:extLst>
              <a:ext uri="{FF2B5EF4-FFF2-40B4-BE49-F238E27FC236}">
                <a16:creationId xmlns:a16="http://schemas.microsoft.com/office/drawing/2014/main" id="{97699065-14A4-BC7A-46F3-DE663DCB23ED}"/>
              </a:ext>
            </a:extLst>
          </p:cNvPr>
          <p:cNvSpPr/>
          <p:nvPr/>
        </p:nvSpPr>
        <p:spPr>
          <a:xfrm>
            <a:off x="2581945" y="3269544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  <a:alpha val="50105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PAS2880</a:t>
            </a:r>
          </a:p>
        </p:txBody>
      </p:sp>
      <p:sp>
        <p:nvSpPr>
          <p:cNvPr id="41" name="Rectangle: Top Corners One Rounded and One Snipped 40">
            <a:extLst>
              <a:ext uri="{FF2B5EF4-FFF2-40B4-BE49-F238E27FC236}">
                <a16:creationId xmlns:a16="http://schemas.microsoft.com/office/drawing/2014/main" id="{CF822CE7-A6E9-D969-C406-4587E5A9A2F4}"/>
              </a:ext>
            </a:extLst>
          </p:cNvPr>
          <p:cNvSpPr/>
          <p:nvPr/>
        </p:nvSpPr>
        <p:spPr>
          <a:xfrm>
            <a:off x="4171608" y="2164992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scratch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E3FE53D-402B-FC83-B654-290A39FEDDA6}"/>
              </a:ext>
            </a:extLst>
          </p:cNvPr>
          <p:cNvCxnSpPr>
            <a:cxnSpLocks/>
          </p:cNvCxnSpPr>
          <p:nvPr/>
        </p:nvCxnSpPr>
        <p:spPr>
          <a:xfrm>
            <a:off x="4262510" y="1789277"/>
            <a:ext cx="292332" cy="329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: Top Corners One Rounded and One Snipped 42">
            <a:extLst>
              <a:ext uri="{FF2B5EF4-FFF2-40B4-BE49-F238E27FC236}">
                <a16:creationId xmlns:a16="http://schemas.microsoft.com/office/drawing/2014/main" id="{3784E3ED-C990-6657-D296-D596D6DF6DC5}"/>
              </a:ext>
            </a:extLst>
          </p:cNvPr>
          <p:cNvSpPr/>
          <p:nvPr/>
        </p:nvSpPr>
        <p:spPr>
          <a:xfrm>
            <a:off x="4169340" y="3294396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PAS2880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FF1D176-534D-613F-B573-6404A3DCDB48}"/>
              </a:ext>
            </a:extLst>
          </p:cNvPr>
          <p:cNvCxnSpPr>
            <a:cxnSpLocks/>
          </p:cNvCxnSpPr>
          <p:nvPr/>
        </p:nvCxnSpPr>
        <p:spPr>
          <a:xfrm>
            <a:off x="3163700" y="2838203"/>
            <a:ext cx="2268" cy="379655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1318F39-2844-8D0E-8A27-9C804B7C2AE5}"/>
              </a:ext>
            </a:extLst>
          </p:cNvPr>
          <p:cNvCxnSpPr>
            <a:cxnSpLocks/>
          </p:cNvCxnSpPr>
          <p:nvPr/>
        </p:nvCxnSpPr>
        <p:spPr>
          <a:xfrm>
            <a:off x="4780449" y="2841955"/>
            <a:ext cx="2268" cy="3796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E5E58A1-E5F8-C285-EB4F-24BA81ED54E5}"/>
              </a:ext>
            </a:extLst>
          </p:cNvPr>
          <p:cNvCxnSpPr>
            <a:cxnSpLocks/>
          </p:cNvCxnSpPr>
          <p:nvPr/>
        </p:nvCxnSpPr>
        <p:spPr>
          <a:xfrm flipH="1">
            <a:off x="4128559" y="5081138"/>
            <a:ext cx="299599" cy="3478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Top Corners One Rounded and One Snipped 17">
            <a:extLst>
              <a:ext uri="{FF2B5EF4-FFF2-40B4-BE49-F238E27FC236}">
                <a16:creationId xmlns:a16="http://schemas.microsoft.com/office/drawing/2014/main" id="{BE14AB8C-467B-794A-08CD-6B362933DDCF}"/>
              </a:ext>
            </a:extLst>
          </p:cNvPr>
          <p:cNvSpPr/>
          <p:nvPr/>
        </p:nvSpPr>
        <p:spPr>
          <a:xfrm>
            <a:off x="2884569" y="5476883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share</a:t>
            </a:r>
          </a:p>
        </p:txBody>
      </p:sp>
      <p:sp>
        <p:nvSpPr>
          <p:cNvPr id="4" name="Rectangle: Top Corners One Rounded and One Snipped 40">
            <a:extLst>
              <a:ext uri="{FF2B5EF4-FFF2-40B4-BE49-F238E27FC236}">
                <a16:creationId xmlns:a16="http://schemas.microsoft.com/office/drawing/2014/main" id="{1C2724F4-D445-1590-B02E-EA32C4DE4C60}"/>
              </a:ext>
            </a:extLst>
          </p:cNvPr>
          <p:cNvSpPr/>
          <p:nvPr/>
        </p:nvSpPr>
        <p:spPr>
          <a:xfrm>
            <a:off x="4474232" y="5473881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miranda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0DB9B7-FEBC-D883-CDF5-713E91AA2525}"/>
              </a:ext>
            </a:extLst>
          </p:cNvPr>
          <p:cNvCxnSpPr>
            <a:cxnSpLocks/>
          </p:cNvCxnSpPr>
          <p:nvPr/>
        </p:nvCxnSpPr>
        <p:spPr>
          <a:xfrm>
            <a:off x="4780449" y="5090368"/>
            <a:ext cx="176609" cy="3462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Top Corners One Rounded and One Snipped 42">
            <a:extLst>
              <a:ext uri="{FF2B5EF4-FFF2-40B4-BE49-F238E27FC236}">
                <a16:creationId xmlns:a16="http://schemas.microsoft.com/office/drawing/2014/main" id="{0C0F89EE-D062-6471-9397-EE46508477D5}"/>
              </a:ext>
            </a:extLst>
          </p:cNvPr>
          <p:cNvSpPr/>
          <p:nvPr/>
        </p:nvSpPr>
        <p:spPr>
          <a:xfrm>
            <a:off x="4169340" y="4365461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ENT6703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3938D2A-21A5-19DC-8A0E-6C993128722A}"/>
              </a:ext>
            </a:extLst>
          </p:cNvPr>
          <p:cNvCxnSpPr>
            <a:cxnSpLocks/>
          </p:cNvCxnSpPr>
          <p:nvPr/>
        </p:nvCxnSpPr>
        <p:spPr>
          <a:xfrm>
            <a:off x="4760825" y="3939112"/>
            <a:ext cx="2268" cy="3796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9ABC2F7-C115-70C4-B1A7-E0A727AC9B16}"/>
              </a:ext>
            </a:extLst>
          </p:cNvPr>
          <p:cNvSpPr txBox="1"/>
          <p:nvPr/>
        </p:nvSpPr>
        <p:spPr>
          <a:xfrm>
            <a:off x="5935715" y="2809174"/>
            <a:ext cx="1011071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cd ..</a:t>
            </a:r>
          </a:p>
        </p:txBody>
      </p:sp>
      <p:sp>
        <p:nvSpPr>
          <p:cNvPr id="12" name="Curved Right Arrow 11">
            <a:extLst>
              <a:ext uri="{FF2B5EF4-FFF2-40B4-BE49-F238E27FC236}">
                <a16:creationId xmlns:a16="http://schemas.microsoft.com/office/drawing/2014/main" id="{3C56EFDF-1D1A-6E6C-4161-80DC94D0CD82}"/>
              </a:ext>
            </a:extLst>
          </p:cNvPr>
          <p:cNvSpPr/>
          <p:nvPr/>
        </p:nvSpPr>
        <p:spPr>
          <a:xfrm rot="10800000">
            <a:off x="5547209" y="2382710"/>
            <a:ext cx="335922" cy="1260713"/>
          </a:xfrm>
          <a:prstGeom prst="curvedRightArrow">
            <a:avLst>
              <a:gd name="adj1" fmla="val 25000"/>
              <a:gd name="adj2" fmla="val 67071"/>
              <a:gd name="adj3" fmla="val 25000"/>
            </a:avLst>
          </a:prstGeom>
          <a:solidFill>
            <a:srgbClr val="7030A0">
              <a:alpha val="60000"/>
            </a:srgbClr>
          </a:solidFill>
          <a:ln>
            <a:solidFill>
              <a:srgbClr val="7030A0">
                <a:alpha val="6032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616757-9F25-65FD-DE9E-0344D2926B17}"/>
              </a:ext>
            </a:extLst>
          </p:cNvPr>
          <p:cNvSpPr txBox="1"/>
          <p:nvPr/>
        </p:nvSpPr>
        <p:spPr>
          <a:xfrm>
            <a:off x="4031951" y="6479311"/>
            <a:ext cx="2424268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cd ../</a:t>
            </a:r>
            <a:r>
              <a:rPr lang="en-US" sz="20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miranda</a:t>
            </a:r>
            <a:endParaRPr lang="en-US" sz="2000" b="1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Curved Right Arrow 23">
            <a:extLst>
              <a:ext uri="{FF2B5EF4-FFF2-40B4-BE49-F238E27FC236}">
                <a16:creationId xmlns:a16="http://schemas.microsoft.com/office/drawing/2014/main" id="{B942E810-D4C5-43A6-3E1E-1EDD307AA99B}"/>
              </a:ext>
            </a:extLst>
          </p:cNvPr>
          <p:cNvSpPr/>
          <p:nvPr/>
        </p:nvSpPr>
        <p:spPr>
          <a:xfrm rot="16200000">
            <a:off x="4132546" y="5703740"/>
            <a:ext cx="296485" cy="1249948"/>
          </a:xfrm>
          <a:prstGeom prst="curvedRightArrow">
            <a:avLst>
              <a:gd name="adj1" fmla="val 25000"/>
              <a:gd name="adj2" fmla="val 67071"/>
              <a:gd name="adj3" fmla="val 25000"/>
            </a:avLst>
          </a:prstGeom>
          <a:solidFill>
            <a:srgbClr val="7030A0">
              <a:alpha val="59813"/>
            </a:srgbClr>
          </a:solidFill>
          <a:ln>
            <a:solidFill>
              <a:srgbClr val="7030A0">
                <a:alpha val="6006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143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66</Words>
  <Application>Microsoft Macintosh PowerPoint</Application>
  <PresentationFormat>Widescreen</PresentationFormat>
  <Paragraphs>40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Bhandari, Menuka</dc:creator>
  <cp:lastModifiedBy>Poelstra, Jelmer</cp:lastModifiedBy>
  <cp:revision>11</cp:revision>
  <dcterms:created xsi:type="dcterms:W3CDTF">2025-09-12T19:39:16Z</dcterms:created>
  <dcterms:modified xsi:type="dcterms:W3CDTF">2026-01-25T17:47:11Z</dcterms:modified>
</cp:coreProperties>
</file>