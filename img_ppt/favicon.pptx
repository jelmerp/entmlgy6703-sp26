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4"/>
  </p:normalViewPr>
  <p:slideViewPr>
    <p:cSldViewPr snapToGrid="0">
      <p:cViewPr>
        <p:scale>
          <a:sx n="100" d="100"/>
          <a:sy n="100" d="100"/>
        </p:scale>
        <p:origin x="10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069E-EB8F-5DB0-C34E-71F1F5212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629D0-F392-EDC1-C672-FA913C07B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BE41B-0C0C-19BF-FF93-8C98BAD08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229EB-B2DA-6AA7-FEFA-7F7BD295F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E6EF7-9CF0-192A-BE3E-1BCE1C571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3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E1627-0DFC-C4C4-5C15-6968FBB71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CA9-B6D3-F120-CC78-E1C4391E2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91750-61E8-4255-3802-C2B4E414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A2C8A-6394-0825-6EE7-B1CB7138D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D8C49-6769-B753-F693-343B76AA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1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645D-E365-7A0C-4FBF-2EED2F59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27AF3-9A05-B9A3-B5B4-6B4885403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B1451-1368-010C-280E-5D2647281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573AE-B2D3-97B9-1403-8950D4AF3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5A30A-7872-03BD-0B43-9A96FEF3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93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20ED-B968-3CB4-FB1D-88705060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C5E48-2C9A-4AC5-39F3-7126EE3A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04FA0-6162-AA84-E36C-56AA81135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F9F89-D43E-476F-6014-95B2D85A2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EA511-B96C-31AA-CB0A-E7BE6008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8439C-8C79-C2B7-D8FA-C2AC64C3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4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BACA-AE52-E51E-C89E-403BB61F6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CE711-D05D-9329-1E64-E7A2320AC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CD00A-0F30-2783-611F-D05D1E0B9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15DC3-305B-54BD-D424-1966E8A86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F31C0-DBF7-0EC0-A0A7-0DCE1869E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9F82EA-B8FD-ECC9-A205-9D9C53FA1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4D1B92-9922-6A72-7CA2-05798BA5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8AF2D-E504-8E7F-E3E4-BB909AB6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25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F6AF-FE53-53A3-7055-47346569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42C77-4BC6-0393-C1BD-24671085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C266C-F616-0F5D-3F55-CF518F20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EF52C-43CF-5943-F494-5853FE3F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8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6F3D9-536A-5428-AB38-D27139B6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124DAD-319B-F27D-DCF5-8F32A08A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63EAA-673A-8A50-A75A-9C196CDF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5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4E027-E931-E706-2E6F-1E871E063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B23A1-9C8F-D41A-957D-E9F015F1B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24D78-4DFF-3CA4-391F-62630E6FA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40E3D-3558-1A19-2692-40FD8466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2F562-8E01-0A44-CE32-5567DD74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11DEF-1E20-3564-68E7-58ED27A72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36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A72B1-C6BF-202D-540A-05F002A39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B0FB7C-D6EA-013D-C39F-39107A2D7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3195E-4CC1-37CC-9A0C-F10F079CB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C71B4-DC1A-8014-B47C-47D7ED2E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84E47-28D4-04A7-B91E-0B61E189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CEBF2-0869-21BD-168D-F4C727AF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33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58AC1-7CC2-3E55-B64D-DAA4304F7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3D2A0-6A7E-F49A-5F07-D9BC6B99F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C1F76-0AAC-8138-1C05-625C125D1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6C02D-6EDE-40B4-86A8-07934BDF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34B16-60A5-44A8-FC30-A40885AA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00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C05D56-9A84-8788-0EAB-570E570C4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A6685-515D-E9A0-163C-9E522479D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F25A3-850E-BA34-7703-D047CF89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09A9B-C320-478F-9351-6F3278B1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F00AE-DDAD-D2F1-C150-CD31844B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0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93163-CD75-B601-B917-72B788EC2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3C4F0-FB64-56C2-3802-FE9B247B8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D9A6C-0DB1-9DAA-FEE8-49E521EC2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D5CDB-8F2B-894F-A4D8-8B10A3036A29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7CA37-CE92-1BF9-A5E4-2312CC8EA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90440-FFEA-10EE-2F8E-D206F1D95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62F0C-D2C2-1540-9058-A4F1C978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3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5F1A64-E443-5441-BA28-E94F564771DA}"/>
              </a:ext>
            </a:extLst>
          </p:cNvPr>
          <p:cNvSpPr txBox="1"/>
          <p:nvPr/>
        </p:nvSpPr>
        <p:spPr>
          <a:xfrm>
            <a:off x="2030505" y="157151"/>
            <a:ext cx="6871448" cy="652603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F9C437-F328-7426-126B-C54B089E91F8}"/>
              </a:ext>
            </a:extLst>
          </p:cNvPr>
          <p:cNvSpPr txBox="1"/>
          <p:nvPr/>
        </p:nvSpPr>
        <p:spPr>
          <a:xfrm>
            <a:off x="3667426" y="305068"/>
            <a:ext cx="399653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0" b="1" dirty="0">
                <a:solidFill>
                  <a:srgbClr val="C00000"/>
                </a:solidFill>
                <a:latin typeface="Buckeye Serif 2" pitchFamily="2" charset="77"/>
                <a:ea typeface="Buckeye Serif 2" pitchFamily="2" charset="77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208755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Buckeye Serif 2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Poelstra, Jelmer</dc:creator>
  <cp:lastModifiedBy>Poelstra, Jelmer</cp:lastModifiedBy>
  <cp:revision>2</cp:revision>
  <dcterms:created xsi:type="dcterms:W3CDTF">2025-08-21T22:23:07Z</dcterms:created>
  <dcterms:modified xsi:type="dcterms:W3CDTF">2026-01-25T14:01:12Z</dcterms:modified>
</cp:coreProperties>
</file>