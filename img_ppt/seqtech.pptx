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85" r:id="rId2"/>
    <p:sldId id="286" r:id="rId3"/>
    <p:sldId id="287" r:id="rId4"/>
    <p:sldId id="288" r:id="rId5"/>
    <p:sldId id="275" r:id="rId6"/>
    <p:sldId id="273" r:id="rId7"/>
    <p:sldId id="280" r:id="rId8"/>
    <p:sldId id="282" r:id="rId9"/>
    <p:sldId id="283" r:id="rId10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4"/>
    <p:restoredTop sz="94689"/>
  </p:normalViewPr>
  <p:slideViewPr>
    <p:cSldViewPr snapToGrid="0">
      <p:cViewPr>
        <p:scale>
          <a:sx n="110" d="100"/>
          <a:sy n="110" d="100"/>
        </p:scale>
        <p:origin x="252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478080" y="360"/>
            <a:ext cx="227520" cy="68569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62802-749A-0DBF-271C-55C41166F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>
            <a:extLst>
              <a:ext uri="{FF2B5EF4-FFF2-40B4-BE49-F238E27FC236}">
                <a16:creationId xmlns:a16="http://schemas.microsoft.com/office/drawing/2014/main" id="{003ABFDE-80A5-B923-3448-262E164918AC}"/>
              </a:ext>
            </a:extLst>
          </p:cNvPr>
          <p:cNvPicPr/>
          <p:nvPr/>
        </p:nvPicPr>
        <p:blipFill>
          <a:blip r:embed="rId2"/>
          <a:srcRect l="37530" t="89091" r="37149"/>
          <a:stretch/>
        </p:blipFill>
        <p:spPr>
          <a:xfrm>
            <a:off x="31617" y="5010486"/>
            <a:ext cx="1889760" cy="394891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D0EDD1-65B4-BADC-2D14-4EBC6B396EB6}"/>
              </a:ext>
            </a:extLst>
          </p:cNvPr>
          <p:cNvPicPr/>
          <p:nvPr/>
        </p:nvPicPr>
        <p:blipFill>
          <a:blip r:embed="rId3"/>
          <a:srcRect t="6753"/>
          <a:stretch/>
        </p:blipFill>
        <p:spPr>
          <a:xfrm>
            <a:off x="31616" y="1108403"/>
            <a:ext cx="10126080" cy="3821400"/>
          </a:xfrm>
          <a:prstGeom prst="rect">
            <a:avLst/>
          </a:prstGeom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539474-E893-44C0-27AD-0579FB143A58}"/>
              </a:ext>
            </a:extLst>
          </p:cNvPr>
          <p:cNvSpPr/>
          <p:nvPr/>
        </p:nvSpPr>
        <p:spPr>
          <a:xfrm>
            <a:off x="2065920" y="1108401"/>
            <a:ext cx="8091776" cy="3821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B323E2-0105-A1BB-FED1-79E76D73D3F8}"/>
              </a:ext>
            </a:extLst>
          </p:cNvPr>
          <p:cNvSpPr/>
          <p:nvPr/>
        </p:nvSpPr>
        <p:spPr>
          <a:xfrm>
            <a:off x="210226" y="1488244"/>
            <a:ext cx="653315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78CA9B-09FF-2143-6BC1-B7C5A57669CF}"/>
              </a:ext>
            </a:extLst>
          </p:cNvPr>
          <p:cNvSpPr/>
          <p:nvPr/>
        </p:nvSpPr>
        <p:spPr>
          <a:xfrm>
            <a:off x="1213164" y="1156328"/>
            <a:ext cx="708213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FB3F8-84A5-4E8D-FEC2-51FD30326CE5}"/>
              </a:ext>
            </a:extLst>
          </p:cNvPr>
          <p:cNvSpPr/>
          <p:nvPr/>
        </p:nvSpPr>
        <p:spPr>
          <a:xfrm>
            <a:off x="1464177" y="1424826"/>
            <a:ext cx="286870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3A5E1A-B2DD-7D09-3C5A-C657F5092889}"/>
              </a:ext>
            </a:extLst>
          </p:cNvPr>
          <p:cNvSpPr/>
          <p:nvPr/>
        </p:nvSpPr>
        <p:spPr>
          <a:xfrm>
            <a:off x="420343" y="1703176"/>
            <a:ext cx="286870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5E5157-2294-9054-7020-49D3DF16083D}"/>
              </a:ext>
            </a:extLst>
          </p:cNvPr>
          <p:cNvSpPr/>
          <p:nvPr/>
        </p:nvSpPr>
        <p:spPr>
          <a:xfrm>
            <a:off x="66236" y="2967307"/>
            <a:ext cx="2168905" cy="1882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7FDDBB-218F-7C99-5C94-BCD9B84CC99F}"/>
              </a:ext>
            </a:extLst>
          </p:cNvPr>
          <p:cNvPicPr/>
          <p:nvPr/>
        </p:nvPicPr>
        <p:blipFill>
          <a:blip r:embed="rId3"/>
          <a:srcRect t="6753"/>
          <a:stretch/>
        </p:blipFill>
        <p:spPr>
          <a:xfrm>
            <a:off x="2065920" y="1108403"/>
            <a:ext cx="10126080" cy="3821400"/>
          </a:xfrm>
          <a:prstGeom prst="rect">
            <a:avLst/>
          </a:prstGeom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227A3C0-FB4C-5653-6E81-0A075D771C6D}"/>
              </a:ext>
            </a:extLst>
          </p:cNvPr>
          <p:cNvSpPr/>
          <p:nvPr/>
        </p:nvSpPr>
        <p:spPr>
          <a:xfrm>
            <a:off x="2045089" y="1108401"/>
            <a:ext cx="10146911" cy="3821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9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1518A-DBF6-9A5E-19F7-34330E88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>
            <a:extLst>
              <a:ext uri="{FF2B5EF4-FFF2-40B4-BE49-F238E27FC236}">
                <a16:creationId xmlns:a16="http://schemas.microsoft.com/office/drawing/2014/main" id="{E9C4F4F7-8DD7-88FE-9F91-AE68E10D2BCA}"/>
              </a:ext>
            </a:extLst>
          </p:cNvPr>
          <p:cNvPicPr/>
          <p:nvPr/>
        </p:nvPicPr>
        <p:blipFill>
          <a:blip r:embed="rId2"/>
          <a:srcRect l="37530" t="89091" r="37149"/>
          <a:stretch/>
        </p:blipFill>
        <p:spPr>
          <a:xfrm>
            <a:off x="31617" y="5010486"/>
            <a:ext cx="1889760" cy="394891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3D70E82-2015-1F83-E59B-44929BF0C361}"/>
              </a:ext>
            </a:extLst>
          </p:cNvPr>
          <p:cNvPicPr/>
          <p:nvPr/>
        </p:nvPicPr>
        <p:blipFill>
          <a:blip r:embed="rId3"/>
          <a:srcRect t="6753"/>
          <a:stretch/>
        </p:blipFill>
        <p:spPr>
          <a:xfrm>
            <a:off x="31616" y="1108403"/>
            <a:ext cx="10126080" cy="3821400"/>
          </a:xfrm>
          <a:prstGeom prst="rect">
            <a:avLst/>
          </a:prstGeom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4A0442-111F-78A5-DAC7-5F5B17FEB72D}"/>
              </a:ext>
            </a:extLst>
          </p:cNvPr>
          <p:cNvSpPr/>
          <p:nvPr/>
        </p:nvSpPr>
        <p:spPr>
          <a:xfrm>
            <a:off x="2065920" y="1108401"/>
            <a:ext cx="8091776" cy="3821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F4A907-37B9-254C-BB6B-8906125AD86F}"/>
              </a:ext>
            </a:extLst>
          </p:cNvPr>
          <p:cNvSpPr/>
          <p:nvPr/>
        </p:nvSpPr>
        <p:spPr>
          <a:xfrm>
            <a:off x="210226" y="1488244"/>
            <a:ext cx="653315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15DD47-314E-2AD6-820C-1305748D0312}"/>
              </a:ext>
            </a:extLst>
          </p:cNvPr>
          <p:cNvSpPr/>
          <p:nvPr/>
        </p:nvSpPr>
        <p:spPr>
          <a:xfrm>
            <a:off x="1213164" y="1156328"/>
            <a:ext cx="708213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BF46B5-AE20-CF0A-4539-EB5E4AE1000A}"/>
              </a:ext>
            </a:extLst>
          </p:cNvPr>
          <p:cNvSpPr/>
          <p:nvPr/>
        </p:nvSpPr>
        <p:spPr>
          <a:xfrm>
            <a:off x="1464177" y="1424826"/>
            <a:ext cx="286870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36C854-70C3-C152-250B-6CD85121173D}"/>
              </a:ext>
            </a:extLst>
          </p:cNvPr>
          <p:cNvSpPr/>
          <p:nvPr/>
        </p:nvSpPr>
        <p:spPr>
          <a:xfrm>
            <a:off x="420343" y="1703176"/>
            <a:ext cx="286870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0612AC-D973-E8CF-DDAD-F10CC11EA583}"/>
              </a:ext>
            </a:extLst>
          </p:cNvPr>
          <p:cNvSpPr/>
          <p:nvPr/>
        </p:nvSpPr>
        <p:spPr>
          <a:xfrm>
            <a:off x="66236" y="2967307"/>
            <a:ext cx="2168905" cy="1882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6C7AB7-DFA6-132B-B43A-694428A68392}"/>
              </a:ext>
            </a:extLst>
          </p:cNvPr>
          <p:cNvPicPr/>
          <p:nvPr/>
        </p:nvPicPr>
        <p:blipFill>
          <a:blip r:embed="rId3"/>
          <a:srcRect t="6753"/>
          <a:stretch/>
        </p:blipFill>
        <p:spPr>
          <a:xfrm>
            <a:off x="2065920" y="1108403"/>
            <a:ext cx="10126080" cy="3821400"/>
          </a:xfrm>
          <a:prstGeom prst="rect">
            <a:avLst/>
          </a:prstGeom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C68B491-BF16-CD49-A9C4-95F99F7A8479}"/>
              </a:ext>
            </a:extLst>
          </p:cNvPr>
          <p:cNvSpPr/>
          <p:nvPr/>
        </p:nvSpPr>
        <p:spPr>
          <a:xfrm>
            <a:off x="4100224" y="1108401"/>
            <a:ext cx="8091776" cy="3821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52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83C7B-C244-D017-8A95-22B277461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>
            <a:extLst>
              <a:ext uri="{FF2B5EF4-FFF2-40B4-BE49-F238E27FC236}">
                <a16:creationId xmlns:a16="http://schemas.microsoft.com/office/drawing/2014/main" id="{0293CE03-25D1-19DB-9C81-24999D51F341}"/>
              </a:ext>
            </a:extLst>
          </p:cNvPr>
          <p:cNvPicPr/>
          <p:nvPr/>
        </p:nvPicPr>
        <p:blipFill>
          <a:blip r:embed="rId2"/>
          <a:srcRect l="37530" t="89091" r="37149"/>
          <a:stretch/>
        </p:blipFill>
        <p:spPr>
          <a:xfrm>
            <a:off x="31617" y="5010486"/>
            <a:ext cx="1889760" cy="394891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D25DD78-3C3A-EDD2-DFAA-0D58DB8F709C}"/>
              </a:ext>
            </a:extLst>
          </p:cNvPr>
          <p:cNvPicPr/>
          <p:nvPr/>
        </p:nvPicPr>
        <p:blipFill>
          <a:blip r:embed="rId3"/>
          <a:srcRect t="6753"/>
          <a:stretch/>
        </p:blipFill>
        <p:spPr>
          <a:xfrm>
            <a:off x="31616" y="1108403"/>
            <a:ext cx="10126080" cy="3821400"/>
          </a:xfrm>
          <a:prstGeom prst="rect">
            <a:avLst/>
          </a:prstGeom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AC9CB9-B8C0-DE7D-1526-651ADD1AD1F8}"/>
              </a:ext>
            </a:extLst>
          </p:cNvPr>
          <p:cNvSpPr/>
          <p:nvPr/>
        </p:nvSpPr>
        <p:spPr>
          <a:xfrm>
            <a:off x="2065920" y="1108401"/>
            <a:ext cx="8091776" cy="3821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E450D1-2D2F-75B2-320E-07F45EBE1649}"/>
              </a:ext>
            </a:extLst>
          </p:cNvPr>
          <p:cNvSpPr/>
          <p:nvPr/>
        </p:nvSpPr>
        <p:spPr>
          <a:xfrm>
            <a:off x="210226" y="1488244"/>
            <a:ext cx="653315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82D808-DE4F-0008-B937-A15ACD94E62E}"/>
              </a:ext>
            </a:extLst>
          </p:cNvPr>
          <p:cNvSpPr/>
          <p:nvPr/>
        </p:nvSpPr>
        <p:spPr>
          <a:xfrm>
            <a:off x="1213164" y="1156328"/>
            <a:ext cx="708213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74455-6E69-746B-C5A1-EC63EC31B82D}"/>
              </a:ext>
            </a:extLst>
          </p:cNvPr>
          <p:cNvSpPr/>
          <p:nvPr/>
        </p:nvSpPr>
        <p:spPr>
          <a:xfrm>
            <a:off x="1464177" y="1424826"/>
            <a:ext cx="286870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19AF81-5E2A-14EB-BC24-733036C57298}"/>
              </a:ext>
            </a:extLst>
          </p:cNvPr>
          <p:cNvSpPr/>
          <p:nvPr/>
        </p:nvSpPr>
        <p:spPr>
          <a:xfrm>
            <a:off x="420343" y="1703176"/>
            <a:ext cx="286870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F2BF21-A6C5-B429-E704-A226C42205E9}"/>
              </a:ext>
            </a:extLst>
          </p:cNvPr>
          <p:cNvSpPr/>
          <p:nvPr/>
        </p:nvSpPr>
        <p:spPr>
          <a:xfrm>
            <a:off x="66236" y="2967307"/>
            <a:ext cx="2168905" cy="1882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BE07AA-770C-F98B-BDF1-887F0F4F3BD7}"/>
              </a:ext>
            </a:extLst>
          </p:cNvPr>
          <p:cNvPicPr/>
          <p:nvPr/>
        </p:nvPicPr>
        <p:blipFill>
          <a:blip r:embed="rId3"/>
          <a:srcRect t="6753"/>
          <a:stretch/>
        </p:blipFill>
        <p:spPr>
          <a:xfrm>
            <a:off x="2065920" y="1108403"/>
            <a:ext cx="10126080" cy="3821400"/>
          </a:xfrm>
          <a:prstGeom prst="rect">
            <a:avLst/>
          </a:prstGeom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DFA271B-C31E-1FA0-2E48-67560E137F3F}"/>
              </a:ext>
            </a:extLst>
          </p:cNvPr>
          <p:cNvSpPr/>
          <p:nvPr/>
        </p:nvSpPr>
        <p:spPr>
          <a:xfrm>
            <a:off x="6096000" y="1108401"/>
            <a:ext cx="6096000" cy="3821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72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62AFA-700D-00EF-A1C2-39104EBF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>
            <a:extLst>
              <a:ext uri="{FF2B5EF4-FFF2-40B4-BE49-F238E27FC236}">
                <a16:creationId xmlns:a16="http://schemas.microsoft.com/office/drawing/2014/main" id="{E3CCD1FF-3BD2-88A2-02C8-6FE6CDE6ABA6}"/>
              </a:ext>
            </a:extLst>
          </p:cNvPr>
          <p:cNvPicPr/>
          <p:nvPr/>
        </p:nvPicPr>
        <p:blipFill>
          <a:blip r:embed="rId2"/>
          <a:srcRect l="37530" t="89091" r="37149"/>
          <a:stretch/>
        </p:blipFill>
        <p:spPr>
          <a:xfrm>
            <a:off x="31617" y="5010486"/>
            <a:ext cx="1889760" cy="394891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D9E478-8D64-CEED-52C0-6382DBB65F97}"/>
              </a:ext>
            </a:extLst>
          </p:cNvPr>
          <p:cNvPicPr/>
          <p:nvPr/>
        </p:nvPicPr>
        <p:blipFill>
          <a:blip r:embed="rId3"/>
          <a:srcRect t="6753"/>
          <a:stretch/>
        </p:blipFill>
        <p:spPr>
          <a:xfrm>
            <a:off x="31616" y="1108403"/>
            <a:ext cx="10126080" cy="3821400"/>
          </a:xfrm>
          <a:prstGeom prst="rect">
            <a:avLst/>
          </a:prstGeom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8042F9-CD87-51DF-F07D-340C2919D57F}"/>
              </a:ext>
            </a:extLst>
          </p:cNvPr>
          <p:cNvSpPr/>
          <p:nvPr/>
        </p:nvSpPr>
        <p:spPr>
          <a:xfrm>
            <a:off x="2065920" y="1108401"/>
            <a:ext cx="8091776" cy="3821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29AB89-28AA-88E8-D804-3723CF73F73F}"/>
              </a:ext>
            </a:extLst>
          </p:cNvPr>
          <p:cNvSpPr/>
          <p:nvPr/>
        </p:nvSpPr>
        <p:spPr>
          <a:xfrm>
            <a:off x="210226" y="1488244"/>
            <a:ext cx="653315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FFB3F5-4465-6530-C728-69326F0B940C}"/>
              </a:ext>
            </a:extLst>
          </p:cNvPr>
          <p:cNvSpPr/>
          <p:nvPr/>
        </p:nvSpPr>
        <p:spPr>
          <a:xfrm>
            <a:off x="1213164" y="1156328"/>
            <a:ext cx="708213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4D4058-7C04-50D8-69F1-B59EAD0ACA61}"/>
              </a:ext>
            </a:extLst>
          </p:cNvPr>
          <p:cNvSpPr/>
          <p:nvPr/>
        </p:nvSpPr>
        <p:spPr>
          <a:xfrm>
            <a:off x="1464177" y="1424826"/>
            <a:ext cx="286870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1B1146-8357-6DC4-C5EE-C550D31ACBE7}"/>
              </a:ext>
            </a:extLst>
          </p:cNvPr>
          <p:cNvSpPr/>
          <p:nvPr/>
        </p:nvSpPr>
        <p:spPr>
          <a:xfrm>
            <a:off x="420343" y="1703176"/>
            <a:ext cx="286870" cy="268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213555-6D60-DC91-563A-5ED3F6BC254B}"/>
              </a:ext>
            </a:extLst>
          </p:cNvPr>
          <p:cNvSpPr/>
          <p:nvPr/>
        </p:nvSpPr>
        <p:spPr>
          <a:xfrm>
            <a:off x="66236" y="2967307"/>
            <a:ext cx="2168905" cy="1882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9B1994-FE4B-8341-29EE-0AD054F8AFAA}"/>
              </a:ext>
            </a:extLst>
          </p:cNvPr>
          <p:cNvPicPr/>
          <p:nvPr/>
        </p:nvPicPr>
        <p:blipFill>
          <a:blip r:embed="rId3"/>
          <a:srcRect t="6753"/>
          <a:stretch/>
        </p:blipFill>
        <p:spPr>
          <a:xfrm>
            <a:off x="2065920" y="1108403"/>
            <a:ext cx="10126080" cy="3821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643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95378-9E25-E069-9AD5-A8A1AF1E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420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1115640" y="421200"/>
            <a:ext cx="10405080" cy="101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89000"/>
              </a:lnSpc>
            </a:pPr>
            <a:r>
              <a:rPr lang="en-US" sz="4000" b="1" strike="noStrike" spc="-1">
                <a:solidFill>
                  <a:srgbClr val="191B0E"/>
                </a:solidFill>
                <a:latin typeface="Franklin Gothic Book"/>
                <a:ea typeface="DejaVu Sans"/>
              </a:rPr>
              <a:t>Illumina: flowcells and lanes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223" name="Picture 222"/>
          <p:cNvPicPr/>
          <p:nvPr/>
        </p:nvPicPr>
        <p:blipFill>
          <a:blip r:embed="rId2"/>
          <a:srcRect r="71906"/>
          <a:stretch/>
        </p:blipFill>
        <p:spPr>
          <a:xfrm>
            <a:off x="1230480" y="1277280"/>
            <a:ext cx="2318040" cy="5028480"/>
          </a:xfrm>
          <a:prstGeom prst="rect">
            <a:avLst/>
          </a:prstGeom>
          <a:ln>
            <a:noFill/>
          </a:ln>
        </p:spPr>
      </p:pic>
      <p:pic>
        <p:nvPicPr>
          <p:cNvPr id="224" name="Picture 223"/>
          <p:cNvPicPr/>
          <p:nvPr/>
        </p:nvPicPr>
        <p:blipFill>
          <a:blip r:embed="rId3"/>
          <a:stretch/>
        </p:blipFill>
        <p:spPr>
          <a:xfrm>
            <a:off x="3539520" y="1277280"/>
            <a:ext cx="8244000" cy="5028480"/>
          </a:xfrm>
          <a:prstGeom prst="rect">
            <a:avLst/>
          </a:prstGeom>
          <a:ln>
            <a:noFill/>
          </a:ln>
        </p:spPr>
      </p:pic>
      <p:sp>
        <p:nvSpPr>
          <p:cNvPr id="226" name="CustomShape 3"/>
          <p:cNvSpPr/>
          <p:nvPr/>
        </p:nvSpPr>
        <p:spPr>
          <a:xfrm>
            <a:off x="7016760" y="4937760"/>
            <a:ext cx="4595400" cy="639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114D45-5B6F-2EDA-EA39-72C410148706}"/>
              </a:ext>
            </a:extLst>
          </p:cNvPr>
          <p:cNvSpPr/>
          <p:nvPr/>
        </p:nvSpPr>
        <p:spPr>
          <a:xfrm>
            <a:off x="3765176" y="1277281"/>
            <a:ext cx="7870384" cy="3142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BE04E1-D0DB-92EC-ACF6-110114A24390}"/>
              </a:ext>
            </a:extLst>
          </p:cNvPr>
          <p:cNvSpPr/>
          <p:nvPr/>
        </p:nvSpPr>
        <p:spPr>
          <a:xfrm>
            <a:off x="1347448" y="1368721"/>
            <a:ext cx="2892858" cy="453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8D4E3-7E18-86D6-56E1-990FDE1C8DE3}"/>
              </a:ext>
            </a:extLst>
          </p:cNvPr>
          <p:cNvSpPr txBox="1"/>
          <p:nvPr/>
        </p:nvSpPr>
        <p:spPr>
          <a:xfrm>
            <a:off x="7661520" y="5489280"/>
            <a:ext cx="2142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Each speck is from a different read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64932E-7108-3584-EEA8-E4DA6A9AADD8}"/>
              </a:ext>
            </a:extLst>
          </p:cNvPr>
          <p:cNvCxnSpPr>
            <a:cxnSpLocks/>
          </p:cNvCxnSpPr>
          <p:nvPr/>
        </p:nvCxnSpPr>
        <p:spPr>
          <a:xfrm>
            <a:off x="7093940" y="5658339"/>
            <a:ext cx="567580" cy="478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C98B0C-9756-7009-86A2-B2FD7C3E6E08}"/>
              </a:ext>
            </a:extLst>
          </p:cNvPr>
          <p:cNvSpPr txBox="1"/>
          <p:nvPr/>
        </p:nvSpPr>
        <p:spPr>
          <a:xfrm>
            <a:off x="7020961" y="4913203"/>
            <a:ext cx="744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1">
                    <a:lumMod val="50000"/>
                  </a:schemeClr>
                </a:solidFill>
              </a:rPr>
              <a:t>Tile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48EB-14FD-28EF-EBA7-9EC70529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>
            <a:extLst>
              <a:ext uri="{FF2B5EF4-FFF2-40B4-BE49-F238E27FC236}">
                <a16:creationId xmlns:a16="http://schemas.microsoft.com/office/drawing/2014/main" id="{3246E94F-43A4-758B-813D-FBF6051E77EA}"/>
              </a:ext>
            </a:extLst>
          </p:cNvPr>
          <p:cNvSpPr/>
          <p:nvPr/>
        </p:nvSpPr>
        <p:spPr>
          <a:xfrm>
            <a:off x="1115640" y="421200"/>
            <a:ext cx="10405080" cy="101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89000"/>
              </a:lnSpc>
            </a:pPr>
            <a:r>
              <a:rPr lang="en-US" sz="4000" b="1" strike="noStrike" spc="-1">
                <a:solidFill>
                  <a:srgbClr val="191B0E"/>
                </a:solidFill>
                <a:latin typeface="Franklin Gothic Book"/>
                <a:ea typeface="DejaVu Sans"/>
              </a:rPr>
              <a:t>Illumina: flowcells and lanes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223" name="Picture 222">
            <a:extLst>
              <a:ext uri="{FF2B5EF4-FFF2-40B4-BE49-F238E27FC236}">
                <a16:creationId xmlns:a16="http://schemas.microsoft.com/office/drawing/2014/main" id="{4B875C42-A1DF-9FA8-EF1F-5BF05EE6D023}"/>
              </a:ext>
            </a:extLst>
          </p:cNvPr>
          <p:cNvPicPr/>
          <p:nvPr/>
        </p:nvPicPr>
        <p:blipFill>
          <a:blip r:embed="rId2"/>
          <a:srcRect r="71906"/>
          <a:stretch/>
        </p:blipFill>
        <p:spPr>
          <a:xfrm>
            <a:off x="1230480" y="1277280"/>
            <a:ext cx="2318040" cy="5028480"/>
          </a:xfrm>
          <a:prstGeom prst="rect">
            <a:avLst/>
          </a:prstGeom>
          <a:ln>
            <a:noFill/>
          </a:ln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D6B60060-D815-5FA6-DDEA-CF612E8BBAA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539520" y="1277280"/>
            <a:ext cx="8244000" cy="5028480"/>
          </a:xfrm>
          <a:prstGeom prst="rect">
            <a:avLst/>
          </a:prstGeom>
          <a:ln>
            <a:noFill/>
          </a:ln>
        </p:spPr>
      </p:pic>
      <p:sp>
        <p:nvSpPr>
          <p:cNvPr id="226" name="CustomShape 3">
            <a:extLst>
              <a:ext uri="{FF2B5EF4-FFF2-40B4-BE49-F238E27FC236}">
                <a16:creationId xmlns:a16="http://schemas.microsoft.com/office/drawing/2014/main" id="{C115F3C2-6182-3EED-C856-8A252729DFA4}"/>
              </a:ext>
            </a:extLst>
          </p:cNvPr>
          <p:cNvSpPr/>
          <p:nvPr/>
        </p:nvSpPr>
        <p:spPr>
          <a:xfrm>
            <a:off x="7016760" y="4937760"/>
            <a:ext cx="4595400" cy="639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A63DE0-E311-18EE-90B6-68E9CF0568C8}"/>
              </a:ext>
            </a:extLst>
          </p:cNvPr>
          <p:cNvSpPr/>
          <p:nvPr/>
        </p:nvSpPr>
        <p:spPr>
          <a:xfrm>
            <a:off x="3765176" y="1277281"/>
            <a:ext cx="7870384" cy="186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4F372F-561D-DB22-B7F2-732BB06686A2}"/>
              </a:ext>
            </a:extLst>
          </p:cNvPr>
          <p:cNvSpPr/>
          <p:nvPr/>
        </p:nvSpPr>
        <p:spPr>
          <a:xfrm>
            <a:off x="1347448" y="1368721"/>
            <a:ext cx="2302888" cy="453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2DDEE1-49B7-F3E2-594C-6DA1C09F16F0}"/>
              </a:ext>
            </a:extLst>
          </p:cNvPr>
          <p:cNvSpPr/>
          <p:nvPr/>
        </p:nvSpPr>
        <p:spPr>
          <a:xfrm>
            <a:off x="10397765" y="2988297"/>
            <a:ext cx="1122954" cy="1016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F12DB1-B1BF-67A3-F8A4-2A5D515CF69C}"/>
              </a:ext>
            </a:extLst>
          </p:cNvPr>
          <p:cNvSpPr/>
          <p:nvPr/>
        </p:nvSpPr>
        <p:spPr>
          <a:xfrm>
            <a:off x="7093940" y="3985130"/>
            <a:ext cx="4426779" cy="676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64D758-3A2E-42EE-08BB-9A2508674976}"/>
              </a:ext>
            </a:extLst>
          </p:cNvPr>
          <p:cNvSpPr/>
          <p:nvPr/>
        </p:nvSpPr>
        <p:spPr>
          <a:xfrm>
            <a:off x="3650335" y="3995150"/>
            <a:ext cx="702885" cy="676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B8BD7-C297-A3D7-4848-F295ADE9D291}"/>
              </a:ext>
            </a:extLst>
          </p:cNvPr>
          <p:cNvSpPr txBox="1"/>
          <p:nvPr/>
        </p:nvSpPr>
        <p:spPr>
          <a:xfrm>
            <a:off x="7661520" y="5489280"/>
            <a:ext cx="2142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Each speck is from a different read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86D001-E6CB-A093-1017-BB03F0AC9FCC}"/>
              </a:ext>
            </a:extLst>
          </p:cNvPr>
          <p:cNvCxnSpPr>
            <a:cxnSpLocks/>
          </p:cNvCxnSpPr>
          <p:nvPr/>
        </p:nvCxnSpPr>
        <p:spPr>
          <a:xfrm>
            <a:off x="7093940" y="5658339"/>
            <a:ext cx="567580" cy="478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660DABA-8A8C-21A1-A8B2-417907CB755E}"/>
              </a:ext>
            </a:extLst>
          </p:cNvPr>
          <p:cNvSpPr txBox="1"/>
          <p:nvPr/>
        </p:nvSpPr>
        <p:spPr>
          <a:xfrm>
            <a:off x="7020961" y="4913203"/>
            <a:ext cx="744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1">
                    <a:lumMod val="50000"/>
                  </a:schemeClr>
                </a:solidFill>
              </a:rPr>
              <a:t>Tile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88C9D6-CED2-54B8-E7C3-0ADBA0BF11D6}"/>
              </a:ext>
            </a:extLst>
          </p:cNvPr>
          <p:cNvSpPr txBox="1"/>
          <p:nvPr/>
        </p:nvSpPr>
        <p:spPr>
          <a:xfrm>
            <a:off x="10378911" y="3394754"/>
            <a:ext cx="744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1">
                    <a:lumMod val="50000"/>
                  </a:schemeClr>
                </a:solidFill>
              </a:rPr>
              <a:t>Lane</a:t>
            </a:r>
          </a:p>
        </p:txBody>
      </p:sp>
    </p:spTree>
    <p:extLst>
      <p:ext uri="{BB962C8B-B14F-4D97-AF65-F5344CB8AC3E}">
        <p14:creationId xmlns:p14="http://schemas.microsoft.com/office/powerpoint/2010/main" val="3370630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AFE2-CA7C-B055-8BF4-DD291C8B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>
            <a:extLst>
              <a:ext uri="{FF2B5EF4-FFF2-40B4-BE49-F238E27FC236}">
                <a16:creationId xmlns:a16="http://schemas.microsoft.com/office/drawing/2014/main" id="{520A06F2-E5A3-B977-B33A-1C1CC2AA8302}"/>
              </a:ext>
            </a:extLst>
          </p:cNvPr>
          <p:cNvSpPr/>
          <p:nvPr/>
        </p:nvSpPr>
        <p:spPr>
          <a:xfrm>
            <a:off x="1115640" y="421200"/>
            <a:ext cx="10405080" cy="101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89000"/>
              </a:lnSpc>
            </a:pPr>
            <a:r>
              <a:rPr lang="en-US" sz="4000" b="1" strike="noStrike" spc="-1">
                <a:solidFill>
                  <a:srgbClr val="191B0E"/>
                </a:solidFill>
                <a:latin typeface="Franklin Gothic Book"/>
                <a:ea typeface="DejaVu Sans"/>
              </a:rPr>
              <a:t>Illumina: flowcells and lanes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223" name="Picture 222">
            <a:extLst>
              <a:ext uri="{FF2B5EF4-FFF2-40B4-BE49-F238E27FC236}">
                <a16:creationId xmlns:a16="http://schemas.microsoft.com/office/drawing/2014/main" id="{B11E6034-4A43-A162-5B55-FF95862491FB}"/>
              </a:ext>
            </a:extLst>
          </p:cNvPr>
          <p:cNvPicPr/>
          <p:nvPr/>
        </p:nvPicPr>
        <p:blipFill>
          <a:blip r:embed="rId2"/>
          <a:srcRect r="71906"/>
          <a:stretch/>
        </p:blipFill>
        <p:spPr>
          <a:xfrm>
            <a:off x="1230480" y="1277280"/>
            <a:ext cx="2318040" cy="5028480"/>
          </a:xfrm>
          <a:prstGeom prst="rect">
            <a:avLst/>
          </a:prstGeom>
          <a:ln>
            <a:noFill/>
          </a:ln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3E8AE854-95F4-D900-428E-AD2ABEB7791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539520" y="1277280"/>
            <a:ext cx="8244000" cy="5028480"/>
          </a:xfrm>
          <a:prstGeom prst="rect">
            <a:avLst/>
          </a:prstGeom>
          <a:ln>
            <a:noFill/>
          </a:ln>
        </p:spPr>
      </p:pic>
      <p:sp>
        <p:nvSpPr>
          <p:cNvPr id="225" name="Line 2">
            <a:extLst>
              <a:ext uri="{FF2B5EF4-FFF2-40B4-BE49-F238E27FC236}">
                <a16:creationId xmlns:a16="http://schemas.microsoft.com/office/drawing/2014/main" id="{4DCC7073-76F6-A214-F3BF-E35BA961A4F7}"/>
              </a:ext>
            </a:extLst>
          </p:cNvPr>
          <p:cNvSpPr/>
          <p:nvPr/>
        </p:nvSpPr>
        <p:spPr>
          <a:xfrm flipV="1">
            <a:off x="7040880" y="5189457"/>
            <a:ext cx="704880" cy="18288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6" name="CustomShape 3">
            <a:extLst>
              <a:ext uri="{FF2B5EF4-FFF2-40B4-BE49-F238E27FC236}">
                <a16:creationId xmlns:a16="http://schemas.microsoft.com/office/drawing/2014/main" id="{9283FD36-88BD-BC17-074B-53AC834DBB50}"/>
              </a:ext>
            </a:extLst>
          </p:cNvPr>
          <p:cNvSpPr/>
          <p:nvPr/>
        </p:nvSpPr>
        <p:spPr>
          <a:xfrm>
            <a:off x="7016760" y="4937760"/>
            <a:ext cx="4595400" cy="639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8A04C2-2233-7FF6-8533-F37B1D7B6ED8}"/>
              </a:ext>
            </a:extLst>
          </p:cNvPr>
          <p:cNvSpPr/>
          <p:nvPr/>
        </p:nvSpPr>
        <p:spPr>
          <a:xfrm>
            <a:off x="1347448" y="1368721"/>
            <a:ext cx="2302888" cy="453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E5AB76-E5A6-9AC4-B81E-13A4900BD2FA}"/>
              </a:ext>
            </a:extLst>
          </p:cNvPr>
          <p:cNvSpPr txBox="1"/>
          <p:nvPr/>
        </p:nvSpPr>
        <p:spPr>
          <a:xfrm>
            <a:off x="7661520" y="5489280"/>
            <a:ext cx="2142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Each speck is from a different read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4CC83C-875B-4832-FAE0-F566FC18BDBC}"/>
              </a:ext>
            </a:extLst>
          </p:cNvPr>
          <p:cNvCxnSpPr>
            <a:cxnSpLocks/>
          </p:cNvCxnSpPr>
          <p:nvPr/>
        </p:nvCxnSpPr>
        <p:spPr>
          <a:xfrm>
            <a:off x="7093940" y="5658339"/>
            <a:ext cx="567580" cy="478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C3FFE09-3EB9-F838-F49B-A6DD2099651E}"/>
              </a:ext>
            </a:extLst>
          </p:cNvPr>
          <p:cNvSpPr/>
          <p:nvPr/>
        </p:nvSpPr>
        <p:spPr>
          <a:xfrm>
            <a:off x="10397765" y="2988297"/>
            <a:ext cx="1122954" cy="1016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FEDBF-9B4B-714C-7C66-3D5438771D92}"/>
              </a:ext>
            </a:extLst>
          </p:cNvPr>
          <p:cNvSpPr/>
          <p:nvPr/>
        </p:nvSpPr>
        <p:spPr>
          <a:xfrm>
            <a:off x="7093940" y="3985130"/>
            <a:ext cx="4426779" cy="676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85E263-1E3A-0547-86AA-BBAAD02F5948}"/>
              </a:ext>
            </a:extLst>
          </p:cNvPr>
          <p:cNvSpPr/>
          <p:nvPr/>
        </p:nvSpPr>
        <p:spPr>
          <a:xfrm>
            <a:off x="3650335" y="3995150"/>
            <a:ext cx="702885" cy="676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0A79BA-6278-E139-5DCA-2E3B9030181F}"/>
              </a:ext>
            </a:extLst>
          </p:cNvPr>
          <p:cNvSpPr txBox="1"/>
          <p:nvPr/>
        </p:nvSpPr>
        <p:spPr>
          <a:xfrm>
            <a:off x="10378911" y="3394754"/>
            <a:ext cx="744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1">
                    <a:lumMod val="50000"/>
                  </a:schemeClr>
                </a:solidFill>
              </a:rPr>
              <a:t>Lane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273C3-75DE-0133-986F-605B3D852BB6}"/>
              </a:ext>
            </a:extLst>
          </p:cNvPr>
          <p:cNvSpPr txBox="1"/>
          <p:nvPr/>
        </p:nvSpPr>
        <p:spPr>
          <a:xfrm>
            <a:off x="7020961" y="4913203"/>
            <a:ext cx="744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1">
                    <a:lumMod val="50000"/>
                  </a:schemeClr>
                </a:solidFill>
              </a:rPr>
              <a:t>Tile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96C90-CEA6-F489-61E9-74DF2ADEF691}"/>
              </a:ext>
            </a:extLst>
          </p:cNvPr>
          <p:cNvSpPr/>
          <p:nvPr/>
        </p:nvSpPr>
        <p:spPr>
          <a:xfrm>
            <a:off x="5970985" y="2768966"/>
            <a:ext cx="3682061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22F64-1F1B-2C13-B731-9779B54A88C3}"/>
              </a:ext>
            </a:extLst>
          </p:cNvPr>
          <p:cNvSpPr/>
          <p:nvPr/>
        </p:nvSpPr>
        <p:spPr>
          <a:xfrm>
            <a:off x="6391829" y="1296134"/>
            <a:ext cx="4569691" cy="351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6E9F10-A0EF-149A-C7D8-AE58ED0D127C}"/>
              </a:ext>
            </a:extLst>
          </p:cNvPr>
          <p:cNvSpPr/>
          <p:nvPr/>
        </p:nvSpPr>
        <p:spPr>
          <a:xfrm>
            <a:off x="9756883" y="1368720"/>
            <a:ext cx="1244056" cy="1049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AF34D-E17E-7E0A-12A8-7DA53E48E6F0}"/>
              </a:ext>
            </a:extLst>
          </p:cNvPr>
          <p:cNvSpPr txBox="1"/>
          <p:nvPr/>
        </p:nvSpPr>
        <p:spPr>
          <a:xfrm>
            <a:off x="9756883" y="1882505"/>
            <a:ext cx="1087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err="1">
                <a:solidFill>
                  <a:schemeClr val="bg1">
                    <a:lumMod val="50000"/>
                  </a:schemeClr>
                </a:solidFill>
              </a:rPr>
              <a:t>Flowcell</a:t>
            </a:r>
            <a:endParaRPr lang="en-US" sz="16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095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5F6F9-0F4E-D982-641D-E6E837716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>
            <a:extLst>
              <a:ext uri="{FF2B5EF4-FFF2-40B4-BE49-F238E27FC236}">
                <a16:creationId xmlns:a16="http://schemas.microsoft.com/office/drawing/2014/main" id="{333EC95C-A507-9B11-2B13-0FBF9A9C4D3E}"/>
              </a:ext>
            </a:extLst>
          </p:cNvPr>
          <p:cNvSpPr/>
          <p:nvPr/>
        </p:nvSpPr>
        <p:spPr>
          <a:xfrm>
            <a:off x="1115640" y="421200"/>
            <a:ext cx="10405080" cy="101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89000"/>
              </a:lnSpc>
            </a:pPr>
            <a:r>
              <a:rPr lang="en-US" sz="4000" b="1" strike="noStrike" spc="-1">
                <a:solidFill>
                  <a:srgbClr val="191B0E"/>
                </a:solidFill>
                <a:latin typeface="Franklin Gothic Book"/>
                <a:ea typeface="DejaVu Sans"/>
              </a:rPr>
              <a:t>Illumina: flowcells and lanes</a:t>
            </a:r>
            <a:endParaRPr lang="en-US" sz="4000" b="0" strike="noStrike" spc="-1">
              <a:latin typeface="Arial"/>
            </a:endParaRPr>
          </a:p>
        </p:txBody>
      </p:sp>
      <p:pic>
        <p:nvPicPr>
          <p:cNvPr id="223" name="Picture 222">
            <a:extLst>
              <a:ext uri="{FF2B5EF4-FFF2-40B4-BE49-F238E27FC236}">
                <a16:creationId xmlns:a16="http://schemas.microsoft.com/office/drawing/2014/main" id="{B942D4B5-0DC2-04D2-BDB1-47FAC746F018}"/>
              </a:ext>
            </a:extLst>
          </p:cNvPr>
          <p:cNvPicPr/>
          <p:nvPr/>
        </p:nvPicPr>
        <p:blipFill>
          <a:blip r:embed="rId2"/>
          <a:srcRect r="71906"/>
          <a:stretch/>
        </p:blipFill>
        <p:spPr>
          <a:xfrm>
            <a:off x="1230480" y="1277280"/>
            <a:ext cx="2318040" cy="5028480"/>
          </a:xfrm>
          <a:prstGeom prst="rect">
            <a:avLst/>
          </a:prstGeom>
          <a:ln>
            <a:noFill/>
          </a:ln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EF1C7BCC-C99C-86F8-7B38-A43925CF7E1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539520" y="1277280"/>
            <a:ext cx="8244000" cy="5028480"/>
          </a:xfrm>
          <a:prstGeom prst="rect">
            <a:avLst/>
          </a:prstGeom>
          <a:ln>
            <a:noFill/>
          </a:ln>
        </p:spPr>
      </p:pic>
      <p:sp>
        <p:nvSpPr>
          <p:cNvPr id="225" name="Line 2">
            <a:extLst>
              <a:ext uri="{FF2B5EF4-FFF2-40B4-BE49-F238E27FC236}">
                <a16:creationId xmlns:a16="http://schemas.microsoft.com/office/drawing/2014/main" id="{B36687BF-2044-FDF7-0A53-8265C52661B6}"/>
              </a:ext>
            </a:extLst>
          </p:cNvPr>
          <p:cNvSpPr/>
          <p:nvPr/>
        </p:nvSpPr>
        <p:spPr>
          <a:xfrm flipV="1">
            <a:off x="7040880" y="5189457"/>
            <a:ext cx="704880" cy="182880"/>
          </a:xfrm>
          <a:prstGeom prst="line">
            <a:avLst/>
          </a:prstGeom>
          <a:ln>
            <a:solidFill>
              <a:srgbClr val="66666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6" name="CustomShape 3">
            <a:extLst>
              <a:ext uri="{FF2B5EF4-FFF2-40B4-BE49-F238E27FC236}">
                <a16:creationId xmlns:a16="http://schemas.microsoft.com/office/drawing/2014/main" id="{77739D5C-95CB-C582-2DBB-D855527613FF}"/>
              </a:ext>
            </a:extLst>
          </p:cNvPr>
          <p:cNvSpPr/>
          <p:nvPr/>
        </p:nvSpPr>
        <p:spPr>
          <a:xfrm>
            <a:off x="7016760" y="4937760"/>
            <a:ext cx="4595400" cy="639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4D8B9B-C04B-87D6-BF84-BE814D7C315C}"/>
              </a:ext>
            </a:extLst>
          </p:cNvPr>
          <p:cNvSpPr/>
          <p:nvPr/>
        </p:nvSpPr>
        <p:spPr>
          <a:xfrm>
            <a:off x="1347448" y="1368721"/>
            <a:ext cx="2302888" cy="453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DA4C2-168A-0759-E5B5-024B21D9FBF4}"/>
              </a:ext>
            </a:extLst>
          </p:cNvPr>
          <p:cNvSpPr txBox="1"/>
          <p:nvPr/>
        </p:nvSpPr>
        <p:spPr>
          <a:xfrm>
            <a:off x="7661520" y="5489280"/>
            <a:ext cx="2142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Each speck is from a different read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A85FE1-CC5E-6156-9724-3246DBB0B56B}"/>
              </a:ext>
            </a:extLst>
          </p:cNvPr>
          <p:cNvCxnSpPr>
            <a:cxnSpLocks/>
          </p:cNvCxnSpPr>
          <p:nvPr/>
        </p:nvCxnSpPr>
        <p:spPr>
          <a:xfrm>
            <a:off x="7093940" y="5658339"/>
            <a:ext cx="567580" cy="478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6294E4C-C18E-3E08-68F9-3EC6422A9D86}"/>
              </a:ext>
            </a:extLst>
          </p:cNvPr>
          <p:cNvSpPr/>
          <p:nvPr/>
        </p:nvSpPr>
        <p:spPr>
          <a:xfrm>
            <a:off x="10397765" y="2988297"/>
            <a:ext cx="1122954" cy="1016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82D25B-89AE-1736-E16A-02C28F29D478}"/>
              </a:ext>
            </a:extLst>
          </p:cNvPr>
          <p:cNvSpPr/>
          <p:nvPr/>
        </p:nvSpPr>
        <p:spPr>
          <a:xfrm>
            <a:off x="7093940" y="3985130"/>
            <a:ext cx="4426779" cy="676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6D399D-E499-2C99-EFC1-A8AFE60AB5B0}"/>
              </a:ext>
            </a:extLst>
          </p:cNvPr>
          <p:cNvSpPr/>
          <p:nvPr/>
        </p:nvSpPr>
        <p:spPr>
          <a:xfrm>
            <a:off x="3650335" y="3995150"/>
            <a:ext cx="702885" cy="676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E31673-B7B2-C9AA-4E61-2B3BA45D5449}"/>
              </a:ext>
            </a:extLst>
          </p:cNvPr>
          <p:cNvSpPr txBox="1"/>
          <p:nvPr/>
        </p:nvSpPr>
        <p:spPr>
          <a:xfrm>
            <a:off x="10378911" y="3394754"/>
            <a:ext cx="744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1">
                    <a:lumMod val="50000"/>
                  </a:schemeClr>
                </a:solidFill>
              </a:rPr>
              <a:t>Lane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B32F2-720C-AF5C-808F-4462784DE907}"/>
              </a:ext>
            </a:extLst>
          </p:cNvPr>
          <p:cNvSpPr txBox="1"/>
          <p:nvPr/>
        </p:nvSpPr>
        <p:spPr>
          <a:xfrm>
            <a:off x="7020961" y="4913203"/>
            <a:ext cx="744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1">
                    <a:lumMod val="50000"/>
                  </a:schemeClr>
                </a:solidFill>
              </a:rPr>
              <a:t>Tile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3C8C67-A6E5-90DF-08D3-3750400B5B72}"/>
              </a:ext>
            </a:extLst>
          </p:cNvPr>
          <p:cNvSpPr/>
          <p:nvPr/>
        </p:nvSpPr>
        <p:spPr>
          <a:xfrm>
            <a:off x="5970985" y="2768966"/>
            <a:ext cx="3682061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998F3D-6CD1-D399-3A8C-8B9CE5513707}"/>
              </a:ext>
            </a:extLst>
          </p:cNvPr>
          <p:cNvSpPr/>
          <p:nvPr/>
        </p:nvSpPr>
        <p:spPr>
          <a:xfrm>
            <a:off x="6391829" y="1296134"/>
            <a:ext cx="4569691" cy="351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6200DD-EC80-8D6E-6D7D-C5ABEA94030A}"/>
              </a:ext>
            </a:extLst>
          </p:cNvPr>
          <p:cNvSpPr/>
          <p:nvPr/>
        </p:nvSpPr>
        <p:spPr>
          <a:xfrm>
            <a:off x="9756883" y="1368720"/>
            <a:ext cx="1244056" cy="1049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EE576-E08B-06F2-6BA1-DCDA79B5FA60}"/>
              </a:ext>
            </a:extLst>
          </p:cNvPr>
          <p:cNvSpPr txBox="1"/>
          <p:nvPr/>
        </p:nvSpPr>
        <p:spPr>
          <a:xfrm>
            <a:off x="9756883" y="1882505"/>
            <a:ext cx="1087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err="1">
                <a:solidFill>
                  <a:schemeClr val="bg1">
                    <a:lumMod val="50000"/>
                  </a:schemeClr>
                </a:solidFill>
              </a:rPr>
              <a:t>Flowcell</a:t>
            </a:r>
            <a:endParaRPr lang="en-US" sz="16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59E506-8980-75D1-A319-325FF2FDDCFB}"/>
              </a:ext>
            </a:extLst>
          </p:cNvPr>
          <p:cNvPicPr/>
          <p:nvPr/>
        </p:nvPicPr>
        <p:blipFill>
          <a:blip r:embed="rId2"/>
          <a:srcRect r="71906"/>
          <a:stretch/>
        </p:blipFill>
        <p:spPr>
          <a:xfrm>
            <a:off x="1379934" y="1277280"/>
            <a:ext cx="2318040" cy="5028480"/>
          </a:xfrm>
          <a:prstGeom prst="rect">
            <a:avLst/>
          </a:prstGeom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6C55881-F5D7-5595-16F5-335D8368A78F}"/>
              </a:ext>
            </a:extLst>
          </p:cNvPr>
          <p:cNvSpPr/>
          <p:nvPr/>
        </p:nvSpPr>
        <p:spPr>
          <a:xfrm>
            <a:off x="1335131" y="2648931"/>
            <a:ext cx="2315204" cy="445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FBD8960B-1F60-8564-8D3D-4389C41B6A00}"/>
              </a:ext>
            </a:extLst>
          </p:cNvPr>
          <p:cNvSpPr/>
          <p:nvPr/>
        </p:nvSpPr>
        <p:spPr>
          <a:xfrm rot="10800000">
            <a:off x="3989956" y="1940493"/>
            <a:ext cx="2038609" cy="222577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B190C4-FEA3-BCA1-3CA0-B75397A351E6}"/>
              </a:ext>
            </a:extLst>
          </p:cNvPr>
          <p:cNvSpPr/>
          <p:nvPr/>
        </p:nvSpPr>
        <p:spPr>
          <a:xfrm>
            <a:off x="1519861" y="2862851"/>
            <a:ext cx="2019659" cy="1122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6F3FC59F-DFC0-21AD-904F-0326CAD4EACD}"/>
              </a:ext>
            </a:extLst>
          </p:cNvPr>
          <p:cNvSpPr/>
          <p:nvPr/>
        </p:nvSpPr>
        <p:spPr>
          <a:xfrm rot="5400000">
            <a:off x="1680022" y="3206513"/>
            <a:ext cx="1359183" cy="17611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1100058C-4793-740F-3C0A-D8309761881E}"/>
              </a:ext>
            </a:extLst>
          </p:cNvPr>
          <p:cNvSpPr/>
          <p:nvPr/>
        </p:nvSpPr>
        <p:spPr>
          <a:xfrm rot="5400000">
            <a:off x="1609104" y="3236337"/>
            <a:ext cx="1359183" cy="17611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C0BDC74-B905-F43A-FD43-CD401C781522}"/>
              </a:ext>
            </a:extLst>
          </p:cNvPr>
          <p:cNvSpPr/>
          <p:nvPr/>
        </p:nvSpPr>
        <p:spPr>
          <a:xfrm rot="5400000">
            <a:off x="1529009" y="3258138"/>
            <a:ext cx="1359183" cy="176112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90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1443</TotalTime>
  <Words>57</Words>
  <Application>Microsoft Macintosh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Franklin Gothic Book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sequencing technologies at the MCIC</dc:title>
  <dc:subject/>
  <dc:creator>Cisneros Carter, Fiorella M.</dc:creator>
  <dc:description/>
  <cp:lastModifiedBy>Poelstra, Jelmer</cp:lastModifiedBy>
  <cp:revision>91</cp:revision>
  <dcterms:created xsi:type="dcterms:W3CDTF">2019-08-22T14:11:12Z</dcterms:created>
  <dcterms:modified xsi:type="dcterms:W3CDTF">2026-01-29T14:02:56Z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29</vt:i4>
  </property>
</Properties>
</file>