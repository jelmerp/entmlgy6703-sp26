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2743200" cy="54864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/>
            </a:pPr>
            <a:r>
              <a:t>DNA</a:t>
            </a:r>
          </a:p>
        </p:txBody>
      </p:sp>
      <p:sp>
        <p:nvSpPr>
          <p:cNvPr id="3" name="Right Arrow 2"/>
          <p:cNvSpPr/>
          <p:nvPr/>
        </p:nvSpPr>
        <p:spPr>
          <a:xfrm>
            <a:off x="3474720" y="1051560"/>
            <a:ext cx="9144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2743200" cy="54864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/>
            </a:pPr>
            <a:r>
              <a:t>Pre-mRNA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74720" y="2423160"/>
            <a:ext cx="9144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657600"/>
            <a:ext cx="2743200" cy="54864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/>
            </a:pPr>
            <a:r>
              <a:t>Mature mRNA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