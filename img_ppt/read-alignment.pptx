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3"/>
    <p:restoredTop sz="94689"/>
  </p:normalViewPr>
  <p:slideViewPr>
    <p:cSldViewPr snapToGrid="0">
      <p:cViewPr varScale="1">
        <p:scale>
          <a:sx n="138" d="100"/>
          <a:sy n="138" d="100"/>
        </p:scale>
        <p:origin x="2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47593-C704-3661-F878-67295A78F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9FD77-ECE1-83D4-2DDB-B0F6B49EC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090DF-BBBD-96F6-4287-6EAA5DC4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AB973-3B23-B1A6-1E47-7C02E13F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ADC67-76CD-092A-C406-1EE0580D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5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810F-FA37-DB7F-2508-CA44C223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325B-1975-F930-6CFF-09D266706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099D5-A655-98D9-A760-33730832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15C45-3D4E-4533-A40E-F06315ACF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77117-0C91-8451-FFD8-312C8F50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5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2C68-E930-C27A-2E20-854BFD532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120E0-8D62-E63D-1F41-B442FA8FE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A684D-6541-5CC6-A04D-CCE3A12C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60E0A-F091-3F88-CFDA-DCCB4AD5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2141-2D84-4CA4-5A18-16B1C843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6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5DD4-C7DE-A0C0-1890-DA808BA09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3E5DC-462D-5BFE-DD92-BF2B83D7D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32554-C937-4195-F183-E5E92DB8B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634DE-F00E-56C0-9BCB-C55C45C9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B4CC2-79A8-47F7-9D67-068DC571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4E3A9-FB22-3B26-4FDA-661E46E3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1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FB1B-6558-5692-9B4D-5F21965C0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03D42-57BE-8056-98CF-59994BEA0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A66F9-F517-8946-081F-1427E8644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887B23-5438-ED0F-1B1B-721AD9678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EE43A7-5604-CC37-6F0D-5C5291AC2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807263-B172-777A-1C89-AD3832473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0237C-6DB0-6C62-C47D-8312194E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31CF9-8BB4-173C-818C-FF95C87D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8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DC62-6015-0827-5D1E-14003E7E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5B868-213B-65CC-619E-8786AF0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D3F24-89C8-07A0-373D-B1144AE2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85917-7606-22C3-368B-2A89E949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1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9B75CA-480D-CAF4-5F13-A8086A5A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7D36C-0D78-53B8-9932-2150B2E4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39946-C58F-465E-AF62-05868F69E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4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689C-76F8-9D57-07D2-EAD8CC18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65822-0723-FAAD-B941-9611005EC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FA878-36CD-E802-5B82-1E547509A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6886F-6C15-AAEE-A59C-DC054C83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142ED-E517-150D-571E-72B6902B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00A84-3415-61FD-D776-373A88DC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0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B608E-24F4-3B11-74F3-F2330234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1481C-AFB2-33D5-6F40-5A77D237E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2B46D-0481-AD81-2D47-1A94886A4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53E5E-25FA-A1B6-EAFD-D5DF2AC5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8771F-5F4A-FE61-2B0D-269ED1E6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6DDB2-BAA0-9C16-3140-B34E54DA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4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A693-C04B-9630-8541-05175124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6D163-0872-3B86-F6D1-1A116F66F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455B8-6A79-30EB-8188-C1049CA7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F99B4-28EE-2D52-F807-68C7F223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0D58C-FA9B-4566-8E88-6C341B51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8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A3E5EC-E636-5283-82FC-620B9DB69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FFB9E-C6BF-3BC4-1219-2A2ED74D6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D6AD3-8BEC-DFA8-1F6D-8606EABC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22B0-16A3-81A7-473D-8300427A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A97B0-6D82-AD4E-3DB2-945A35DF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8384C-A6C8-AD04-7E24-78ACDDB8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759A-ACC9-F0A2-585B-C99F47BF1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E4FAB-E014-1B6F-BDEE-16C3CD05E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94D3A-5671-8A49-9AEF-18E5BEA94A8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72AFD-D57E-7642-568B-04E22E017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49E8-85E8-710A-7D31-F49057CB4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F7B2A-011A-B047-BE66-24F75348A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50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31DEA-C5DF-F584-6520-ECAFB3269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F6C349-B8EE-6C87-DF54-32AD1C042B18}"/>
              </a:ext>
            </a:extLst>
          </p:cNvPr>
          <p:cNvCxnSpPr>
            <a:cxnSpLocks/>
          </p:cNvCxnSpPr>
          <p:nvPr/>
        </p:nvCxnSpPr>
        <p:spPr>
          <a:xfrm>
            <a:off x="3622199" y="36391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9EA0BA-D6D0-3187-FB41-3099BDCF34FE}"/>
              </a:ext>
            </a:extLst>
          </p:cNvPr>
          <p:cNvCxnSpPr>
            <a:cxnSpLocks/>
          </p:cNvCxnSpPr>
          <p:nvPr/>
        </p:nvCxnSpPr>
        <p:spPr>
          <a:xfrm>
            <a:off x="4090489" y="2777851"/>
            <a:ext cx="4129683" cy="1"/>
          </a:xfrm>
          <a:prstGeom prst="line">
            <a:avLst/>
          </a:prstGeom>
          <a:ln w="1270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565D78-85BE-4FD7-06F5-B32C80276A7C}"/>
              </a:ext>
            </a:extLst>
          </p:cNvPr>
          <p:cNvCxnSpPr>
            <a:cxnSpLocks/>
          </p:cNvCxnSpPr>
          <p:nvPr/>
        </p:nvCxnSpPr>
        <p:spPr>
          <a:xfrm>
            <a:off x="4060926" y="197662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D28130F-29E2-469F-7FF7-A359C962C9C7}"/>
              </a:ext>
            </a:extLst>
          </p:cNvPr>
          <p:cNvCxnSpPr>
            <a:cxnSpLocks/>
          </p:cNvCxnSpPr>
          <p:nvPr/>
        </p:nvCxnSpPr>
        <p:spPr>
          <a:xfrm>
            <a:off x="5013114" y="63932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1C70EB6-8234-925A-F762-28F825375030}"/>
              </a:ext>
            </a:extLst>
          </p:cNvPr>
          <p:cNvCxnSpPr>
            <a:cxnSpLocks/>
          </p:cNvCxnSpPr>
          <p:nvPr/>
        </p:nvCxnSpPr>
        <p:spPr>
          <a:xfrm>
            <a:off x="2866076" y="1055968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D9FEC4-3304-8553-F1FD-93E767902D87}"/>
              </a:ext>
            </a:extLst>
          </p:cNvPr>
          <p:cNvCxnSpPr>
            <a:cxnSpLocks/>
          </p:cNvCxnSpPr>
          <p:nvPr/>
        </p:nvCxnSpPr>
        <p:spPr>
          <a:xfrm>
            <a:off x="3697185" y="98791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A33341-B475-0D5A-F905-2EA3D789A7EC}"/>
              </a:ext>
            </a:extLst>
          </p:cNvPr>
          <p:cNvCxnSpPr>
            <a:cxnSpLocks/>
          </p:cNvCxnSpPr>
          <p:nvPr/>
        </p:nvCxnSpPr>
        <p:spPr>
          <a:xfrm>
            <a:off x="3506028" y="124137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93E0A9-AC39-CC1F-F635-32BA43EF31DE}"/>
              </a:ext>
            </a:extLst>
          </p:cNvPr>
          <p:cNvCxnSpPr>
            <a:cxnSpLocks/>
          </p:cNvCxnSpPr>
          <p:nvPr/>
        </p:nvCxnSpPr>
        <p:spPr>
          <a:xfrm>
            <a:off x="5301369" y="130528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CB17DD-9392-8459-5329-357D69496875}"/>
              </a:ext>
            </a:extLst>
          </p:cNvPr>
          <p:cNvCxnSpPr>
            <a:cxnSpLocks/>
          </p:cNvCxnSpPr>
          <p:nvPr/>
        </p:nvCxnSpPr>
        <p:spPr>
          <a:xfrm>
            <a:off x="4625313" y="474752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6C78619-B8EF-A45F-D96F-0E24B209F872}"/>
              </a:ext>
            </a:extLst>
          </p:cNvPr>
          <p:cNvCxnSpPr>
            <a:cxnSpLocks/>
          </p:cNvCxnSpPr>
          <p:nvPr/>
        </p:nvCxnSpPr>
        <p:spPr>
          <a:xfrm>
            <a:off x="3932586" y="72634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CA6B254-AA81-9685-007F-CD6D8FA43476}"/>
              </a:ext>
            </a:extLst>
          </p:cNvPr>
          <p:cNvCxnSpPr>
            <a:cxnSpLocks/>
          </p:cNvCxnSpPr>
          <p:nvPr/>
        </p:nvCxnSpPr>
        <p:spPr>
          <a:xfrm>
            <a:off x="4084986" y="87284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FBE73D9-B584-5692-6B00-7DDF4EDBC887}"/>
              </a:ext>
            </a:extLst>
          </p:cNvPr>
          <p:cNvCxnSpPr>
            <a:cxnSpLocks/>
          </p:cNvCxnSpPr>
          <p:nvPr/>
        </p:nvCxnSpPr>
        <p:spPr>
          <a:xfrm>
            <a:off x="5128723" y="100584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5F899BF-A404-567B-794D-05767B83128D}"/>
              </a:ext>
            </a:extLst>
          </p:cNvPr>
          <p:cNvCxnSpPr>
            <a:cxnSpLocks/>
          </p:cNvCxnSpPr>
          <p:nvPr/>
        </p:nvCxnSpPr>
        <p:spPr>
          <a:xfrm>
            <a:off x="3011830" y="141754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C408BEF-928B-4FC3-6E00-EE976A4B32B0}"/>
              </a:ext>
            </a:extLst>
          </p:cNvPr>
          <p:cNvCxnSpPr>
            <a:cxnSpLocks/>
          </p:cNvCxnSpPr>
          <p:nvPr/>
        </p:nvCxnSpPr>
        <p:spPr>
          <a:xfrm>
            <a:off x="4162661" y="141754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0B1849F-B066-A937-3328-1AB194D3B6E9}"/>
              </a:ext>
            </a:extLst>
          </p:cNvPr>
          <p:cNvCxnSpPr>
            <a:cxnSpLocks/>
          </p:cNvCxnSpPr>
          <p:nvPr/>
        </p:nvCxnSpPr>
        <p:spPr>
          <a:xfrm>
            <a:off x="3893829" y="553292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DB48CB8-92AB-BB47-9110-C2DC6321638F}"/>
              </a:ext>
            </a:extLst>
          </p:cNvPr>
          <p:cNvCxnSpPr>
            <a:cxnSpLocks/>
          </p:cNvCxnSpPr>
          <p:nvPr/>
        </p:nvCxnSpPr>
        <p:spPr>
          <a:xfrm>
            <a:off x="5242777" y="824054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C0213A5-4BC4-5A6D-416F-9D040BB638D9}"/>
              </a:ext>
            </a:extLst>
          </p:cNvPr>
          <p:cNvCxnSpPr>
            <a:cxnSpLocks/>
          </p:cNvCxnSpPr>
          <p:nvPr/>
        </p:nvCxnSpPr>
        <p:spPr>
          <a:xfrm>
            <a:off x="4215264" y="1122849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BBC122A-9C5E-22DD-EA9D-E0F3491ECF45}"/>
              </a:ext>
            </a:extLst>
          </p:cNvPr>
          <p:cNvSpPr txBox="1"/>
          <p:nvPr/>
        </p:nvSpPr>
        <p:spPr>
          <a:xfrm>
            <a:off x="6173623" y="639326"/>
            <a:ext cx="1669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50000"/>
                  </a:schemeClr>
                </a:solidFill>
              </a:rPr>
              <a:t>HTS reads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8FEC43-ACAD-6872-0054-86441E626A21}"/>
              </a:ext>
            </a:extLst>
          </p:cNvPr>
          <p:cNvSpPr txBox="1"/>
          <p:nvPr/>
        </p:nvSpPr>
        <p:spPr>
          <a:xfrm>
            <a:off x="8220172" y="2485464"/>
            <a:ext cx="1412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Reference</a:t>
            </a:r>
            <a:b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genome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1E4E62C-087D-E448-C026-4DD764F6BD5A}"/>
              </a:ext>
            </a:extLst>
          </p:cNvPr>
          <p:cNvCxnSpPr>
            <a:cxnSpLocks/>
          </p:cNvCxnSpPr>
          <p:nvPr/>
        </p:nvCxnSpPr>
        <p:spPr>
          <a:xfrm>
            <a:off x="2730426" y="876514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16B7EE-2D93-C055-57A6-2B0E70B6FBF3}"/>
              </a:ext>
            </a:extLst>
          </p:cNvPr>
          <p:cNvCxnSpPr>
            <a:cxnSpLocks/>
          </p:cNvCxnSpPr>
          <p:nvPr/>
        </p:nvCxnSpPr>
        <p:spPr>
          <a:xfrm>
            <a:off x="3011830" y="73433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9B12C8-FA28-EA09-A814-614C0BA70917}"/>
              </a:ext>
            </a:extLst>
          </p:cNvPr>
          <p:cNvCxnSpPr>
            <a:cxnSpLocks/>
          </p:cNvCxnSpPr>
          <p:nvPr/>
        </p:nvCxnSpPr>
        <p:spPr>
          <a:xfrm>
            <a:off x="4923885" y="36391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C2DEF9-FCA3-9148-DB8A-16A7775F6D41}"/>
              </a:ext>
            </a:extLst>
          </p:cNvPr>
          <p:cNvCxnSpPr>
            <a:cxnSpLocks/>
          </p:cNvCxnSpPr>
          <p:nvPr/>
        </p:nvCxnSpPr>
        <p:spPr>
          <a:xfrm>
            <a:off x="2866076" y="47842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0C4ADBD-D4B0-C820-9A1E-3B91456EF6C9}"/>
              </a:ext>
            </a:extLst>
          </p:cNvPr>
          <p:cNvCxnSpPr>
            <a:cxnSpLocks/>
          </p:cNvCxnSpPr>
          <p:nvPr/>
        </p:nvCxnSpPr>
        <p:spPr>
          <a:xfrm>
            <a:off x="1017523" y="228508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A892EE9-9A6F-071E-AE2C-E7D149EBDFEA}"/>
              </a:ext>
            </a:extLst>
          </p:cNvPr>
          <p:cNvCxnSpPr>
            <a:cxnSpLocks/>
          </p:cNvCxnSpPr>
          <p:nvPr/>
        </p:nvCxnSpPr>
        <p:spPr>
          <a:xfrm>
            <a:off x="1405324" y="239820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1D2CF2-B51D-18B1-B6B2-D8BD6EB4E526}"/>
              </a:ext>
            </a:extLst>
          </p:cNvPr>
          <p:cNvCxnSpPr>
            <a:cxnSpLocks/>
          </p:cNvCxnSpPr>
          <p:nvPr/>
        </p:nvCxnSpPr>
        <p:spPr>
          <a:xfrm>
            <a:off x="2016765" y="2511328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E7B08E-71AE-409D-D202-64E73ABD86A7}"/>
              </a:ext>
            </a:extLst>
          </p:cNvPr>
          <p:cNvCxnSpPr>
            <a:cxnSpLocks/>
          </p:cNvCxnSpPr>
          <p:nvPr/>
        </p:nvCxnSpPr>
        <p:spPr>
          <a:xfrm>
            <a:off x="2225054" y="2615023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6C57CC1-E68A-2AC1-BC2E-5E61896296D1}"/>
              </a:ext>
            </a:extLst>
          </p:cNvPr>
          <p:cNvSpPr txBox="1"/>
          <p:nvPr/>
        </p:nvSpPr>
        <p:spPr>
          <a:xfrm>
            <a:off x="1605573" y="2833592"/>
            <a:ext cx="166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2EC964-9829-3DFE-BCE7-87BC58A8B9DB}"/>
              </a:ext>
            </a:extLst>
          </p:cNvPr>
          <p:cNvSpPr txBox="1"/>
          <p:nvPr/>
        </p:nvSpPr>
        <p:spPr>
          <a:xfrm>
            <a:off x="5366353" y="2833592"/>
            <a:ext cx="166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Alignment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76F899-4BF0-4BE1-77CF-077945EAB647}"/>
              </a:ext>
            </a:extLst>
          </p:cNvPr>
          <p:cNvCxnSpPr>
            <a:cxnSpLocks/>
          </p:cNvCxnSpPr>
          <p:nvPr/>
        </p:nvCxnSpPr>
        <p:spPr>
          <a:xfrm>
            <a:off x="4338593" y="2615023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BB666BC-46A1-4AF2-FEAE-8F2879FB92F6}"/>
              </a:ext>
            </a:extLst>
          </p:cNvPr>
          <p:cNvCxnSpPr>
            <a:cxnSpLocks/>
          </p:cNvCxnSpPr>
          <p:nvPr/>
        </p:nvCxnSpPr>
        <p:spPr>
          <a:xfrm>
            <a:off x="4468800" y="2511328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BC6F70F-E3BB-B383-310E-04A0E444A660}"/>
              </a:ext>
            </a:extLst>
          </p:cNvPr>
          <p:cNvCxnSpPr>
            <a:cxnSpLocks/>
          </p:cNvCxnSpPr>
          <p:nvPr/>
        </p:nvCxnSpPr>
        <p:spPr>
          <a:xfrm>
            <a:off x="4338593" y="239820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E0DCF2-0933-8BD1-3AE0-D000C7ECC419}"/>
              </a:ext>
            </a:extLst>
          </p:cNvPr>
          <p:cNvCxnSpPr>
            <a:cxnSpLocks/>
          </p:cNvCxnSpPr>
          <p:nvPr/>
        </p:nvCxnSpPr>
        <p:spPr>
          <a:xfrm>
            <a:off x="4434172" y="228075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C356FB-A30D-593E-7034-5A5230F13A6E}"/>
              </a:ext>
            </a:extLst>
          </p:cNvPr>
          <p:cNvCxnSpPr>
            <a:cxnSpLocks/>
          </p:cNvCxnSpPr>
          <p:nvPr/>
        </p:nvCxnSpPr>
        <p:spPr>
          <a:xfrm>
            <a:off x="5445049" y="2615023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9A838A7-C259-6FC6-29CB-9AA46EBD4704}"/>
              </a:ext>
            </a:extLst>
          </p:cNvPr>
          <p:cNvCxnSpPr>
            <a:cxnSpLocks/>
          </p:cNvCxnSpPr>
          <p:nvPr/>
        </p:nvCxnSpPr>
        <p:spPr>
          <a:xfrm>
            <a:off x="6081018" y="2511328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5651D1-67A0-F27A-59AA-676EE61550AB}"/>
              </a:ext>
            </a:extLst>
          </p:cNvPr>
          <p:cNvCxnSpPr>
            <a:cxnSpLocks/>
          </p:cNvCxnSpPr>
          <p:nvPr/>
        </p:nvCxnSpPr>
        <p:spPr>
          <a:xfrm>
            <a:off x="7109463" y="260663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0078A7B-C4AC-87DB-E1E5-D885AAE620B2}"/>
              </a:ext>
            </a:extLst>
          </p:cNvPr>
          <p:cNvCxnSpPr>
            <a:cxnSpLocks/>
          </p:cNvCxnSpPr>
          <p:nvPr/>
        </p:nvCxnSpPr>
        <p:spPr>
          <a:xfrm>
            <a:off x="7239670" y="250293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00BD1F-37F2-B802-3736-60863BDC60E5}"/>
              </a:ext>
            </a:extLst>
          </p:cNvPr>
          <p:cNvCxnSpPr>
            <a:cxnSpLocks/>
          </p:cNvCxnSpPr>
          <p:nvPr/>
        </p:nvCxnSpPr>
        <p:spPr>
          <a:xfrm>
            <a:off x="7109463" y="238981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98748BA-CCD8-FA49-B849-431ABDDB62E7}"/>
              </a:ext>
            </a:extLst>
          </p:cNvPr>
          <p:cNvCxnSpPr>
            <a:cxnSpLocks/>
          </p:cNvCxnSpPr>
          <p:nvPr/>
        </p:nvCxnSpPr>
        <p:spPr>
          <a:xfrm>
            <a:off x="7205042" y="2272364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8B92A4F-1300-5EB0-29AC-6E7C7EF8C4A9}"/>
              </a:ext>
            </a:extLst>
          </p:cNvPr>
          <p:cNvCxnSpPr>
            <a:cxnSpLocks/>
          </p:cNvCxnSpPr>
          <p:nvPr/>
        </p:nvCxnSpPr>
        <p:spPr>
          <a:xfrm>
            <a:off x="2573839" y="272638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wn Arrow 49">
            <a:extLst>
              <a:ext uri="{FF2B5EF4-FFF2-40B4-BE49-F238E27FC236}">
                <a16:creationId xmlns:a16="http://schemas.microsoft.com/office/drawing/2014/main" id="{6C991530-7D83-54B7-5B4C-F9AA17FE59B6}"/>
              </a:ext>
            </a:extLst>
          </p:cNvPr>
          <p:cNvSpPr/>
          <p:nvPr/>
        </p:nvSpPr>
        <p:spPr>
          <a:xfrm rot="18848709">
            <a:off x="4621072" y="1538371"/>
            <a:ext cx="130292" cy="57603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6510AEE8-C419-5272-8061-1D9472872B5A}"/>
              </a:ext>
            </a:extLst>
          </p:cNvPr>
          <p:cNvSpPr/>
          <p:nvPr/>
        </p:nvSpPr>
        <p:spPr>
          <a:xfrm rot="3003371">
            <a:off x="3415293" y="1550852"/>
            <a:ext cx="130292" cy="57603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own Arrow 51">
            <a:extLst>
              <a:ext uri="{FF2B5EF4-FFF2-40B4-BE49-F238E27FC236}">
                <a16:creationId xmlns:a16="http://schemas.microsoft.com/office/drawing/2014/main" id="{9F8D3376-812A-568E-C658-87CBB34DDE65}"/>
              </a:ext>
            </a:extLst>
          </p:cNvPr>
          <p:cNvSpPr/>
          <p:nvPr/>
        </p:nvSpPr>
        <p:spPr>
          <a:xfrm>
            <a:off x="2094762" y="3209554"/>
            <a:ext cx="130292" cy="506662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C493393-2341-3447-A06B-3DE9D8266E8A}"/>
              </a:ext>
            </a:extLst>
          </p:cNvPr>
          <p:cNvCxnSpPr>
            <a:cxnSpLocks/>
          </p:cNvCxnSpPr>
          <p:nvPr/>
        </p:nvCxnSpPr>
        <p:spPr>
          <a:xfrm>
            <a:off x="1017523" y="3927224"/>
            <a:ext cx="2331918" cy="0"/>
          </a:xfrm>
          <a:prstGeom prst="line">
            <a:avLst/>
          </a:prstGeom>
          <a:ln w="1270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4E408B5-4A0B-394E-3604-97A396F667A0}"/>
              </a:ext>
            </a:extLst>
          </p:cNvPr>
          <p:cNvSpPr/>
          <p:nvPr/>
        </p:nvSpPr>
        <p:spPr>
          <a:xfrm>
            <a:off x="4022178" y="1570199"/>
            <a:ext cx="5244370" cy="18822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A9A5FE-4200-4506-6B7B-7C5B307AD30B}"/>
              </a:ext>
            </a:extLst>
          </p:cNvPr>
          <p:cNvSpPr txBox="1"/>
          <p:nvPr/>
        </p:nvSpPr>
        <p:spPr>
          <a:xfrm>
            <a:off x="3378509" y="3622310"/>
            <a:ext cx="1412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Reference</a:t>
            </a:r>
            <a:b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genome</a:t>
            </a:r>
          </a:p>
        </p:txBody>
      </p:sp>
    </p:spTree>
    <p:extLst>
      <p:ext uri="{BB962C8B-B14F-4D97-AF65-F5344CB8AC3E}">
        <p14:creationId xmlns:p14="http://schemas.microsoft.com/office/powerpoint/2010/main" val="124749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DD8C0-C131-4FB2-A972-35618513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86B39F-C33B-3821-A9B5-CC070B833DF5}"/>
              </a:ext>
            </a:extLst>
          </p:cNvPr>
          <p:cNvCxnSpPr>
            <a:cxnSpLocks/>
          </p:cNvCxnSpPr>
          <p:nvPr/>
        </p:nvCxnSpPr>
        <p:spPr>
          <a:xfrm>
            <a:off x="3622199" y="36391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25D4F3-14E9-93EA-8703-54D4D1DA174A}"/>
              </a:ext>
            </a:extLst>
          </p:cNvPr>
          <p:cNvCxnSpPr>
            <a:cxnSpLocks/>
          </p:cNvCxnSpPr>
          <p:nvPr/>
        </p:nvCxnSpPr>
        <p:spPr>
          <a:xfrm>
            <a:off x="4090489" y="2777851"/>
            <a:ext cx="4129683" cy="1"/>
          </a:xfrm>
          <a:prstGeom prst="line">
            <a:avLst/>
          </a:prstGeom>
          <a:ln w="1270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FDC5CF0-D543-2446-CC2F-ACBBF56DC832}"/>
              </a:ext>
            </a:extLst>
          </p:cNvPr>
          <p:cNvCxnSpPr>
            <a:cxnSpLocks/>
          </p:cNvCxnSpPr>
          <p:nvPr/>
        </p:nvCxnSpPr>
        <p:spPr>
          <a:xfrm>
            <a:off x="4060926" y="197662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C26245-B7DA-F07D-E688-1BD284124321}"/>
              </a:ext>
            </a:extLst>
          </p:cNvPr>
          <p:cNvCxnSpPr>
            <a:cxnSpLocks/>
          </p:cNvCxnSpPr>
          <p:nvPr/>
        </p:nvCxnSpPr>
        <p:spPr>
          <a:xfrm>
            <a:off x="5013114" y="63932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D18DF4A-06C2-6912-E710-6E79E2AEC7D8}"/>
              </a:ext>
            </a:extLst>
          </p:cNvPr>
          <p:cNvCxnSpPr>
            <a:cxnSpLocks/>
          </p:cNvCxnSpPr>
          <p:nvPr/>
        </p:nvCxnSpPr>
        <p:spPr>
          <a:xfrm>
            <a:off x="2866076" y="1055968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6EB23FC-1535-D8A7-3FFF-D406AF483309}"/>
              </a:ext>
            </a:extLst>
          </p:cNvPr>
          <p:cNvCxnSpPr>
            <a:cxnSpLocks/>
          </p:cNvCxnSpPr>
          <p:nvPr/>
        </p:nvCxnSpPr>
        <p:spPr>
          <a:xfrm>
            <a:off x="3697185" y="98791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FC4F29-A591-31F4-FBBA-17C6C6092423}"/>
              </a:ext>
            </a:extLst>
          </p:cNvPr>
          <p:cNvCxnSpPr>
            <a:cxnSpLocks/>
          </p:cNvCxnSpPr>
          <p:nvPr/>
        </p:nvCxnSpPr>
        <p:spPr>
          <a:xfrm>
            <a:off x="3506028" y="124137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17FC4D-EBB9-EA68-3E97-07755EDF3826}"/>
              </a:ext>
            </a:extLst>
          </p:cNvPr>
          <p:cNvCxnSpPr>
            <a:cxnSpLocks/>
          </p:cNvCxnSpPr>
          <p:nvPr/>
        </p:nvCxnSpPr>
        <p:spPr>
          <a:xfrm>
            <a:off x="5301369" y="130528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23D65B-FA5E-1AB4-E681-B3E70114B6CE}"/>
              </a:ext>
            </a:extLst>
          </p:cNvPr>
          <p:cNvCxnSpPr>
            <a:cxnSpLocks/>
          </p:cNvCxnSpPr>
          <p:nvPr/>
        </p:nvCxnSpPr>
        <p:spPr>
          <a:xfrm>
            <a:off x="4625313" y="474752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4D2200-439B-AA26-116B-B46BEF463232}"/>
              </a:ext>
            </a:extLst>
          </p:cNvPr>
          <p:cNvCxnSpPr>
            <a:cxnSpLocks/>
          </p:cNvCxnSpPr>
          <p:nvPr/>
        </p:nvCxnSpPr>
        <p:spPr>
          <a:xfrm>
            <a:off x="3932586" y="72634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4A2555E-A3A6-66B2-1685-FA73FEC90632}"/>
              </a:ext>
            </a:extLst>
          </p:cNvPr>
          <p:cNvCxnSpPr>
            <a:cxnSpLocks/>
          </p:cNvCxnSpPr>
          <p:nvPr/>
        </p:nvCxnSpPr>
        <p:spPr>
          <a:xfrm>
            <a:off x="4084986" y="87284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2182A16-9E05-81BE-C7D6-8D16A94CBD54}"/>
              </a:ext>
            </a:extLst>
          </p:cNvPr>
          <p:cNvCxnSpPr>
            <a:cxnSpLocks/>
          </p:cNvCxnSpPr>
          <p:nvPr/>
        </p:nvCxnSpPr>
        <p:spPr>
          <a:xfrm>
            <a:off x="5128723" y="100584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5477037-68D6-6D8A-80D2-EB7EFF80E3AC}"/>
              </a:ext>
            </a:extLst>
          </p:cNvPr>
          <p:cNvCxnSpPr>
            <a:cxnSpLocks/>
          </p:cNvCxnSpPr>
          <p:nvPr/>
        </p:nvCxnSpPr>
        <p:spPr>
          <a:xfrm>
            <a:off x="3011830" y="141754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0FAA4A1-5729-C75F-062E-2B2A88721308}"/>
              </a:ext>
            </a:extLst>
          </p:cNvPr>
          <p:cNvCxnSpPr>
            <a:cxnSpLocks/>
          </p:cNvCxnSpPr>
          <p:nvPr/>
        </p:nvCxnSpPr>
        <p:spPr>
          <a:xfrm>
            <a:off x="4162661" y="141754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C0A257-E77C-6E23-DF1C-D048C248BB71}"/>
              </a:ext>
            </a:extLst>
          </p:cNvPr>
          <p:cNvCxnSpPr>
            <a:cxnSpLocks/>
          </p:cNvCxnSpPr>
          <p:nvPr/>
        </p:nvCxnSpPr>
        <p:spPr>
          <a:xfrm>
            <a:off x="3893829" y="553292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D9DFBB8-CD71-2957-C281-0DD393337486}"/>
              </a:ext>
            </a:extLst>
          </p:cNvPr>
          <p:cNvCxnSpPr>
            <a:cxnSpLocks/>
          </p:cNvCxnSpPr>
          <p:nvPr/>
        </p:nvCxnSpPr>
        <p:spPr>
          <a:xfrm>
            <a:off x="5242777" y="824054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3D5A8A3-63A7-813C-4EF2-18D3D7F338CB}"/>
              </a:ext>
            </a:extLst>
          </p:cNvPr>
          <p:cNvCxnSpPr>
            <a:cxnSpLocks/>
          </p:cNvCxnSpPr>
          <p:nvPr/>
        </p:nvCxnSpPr>
        <p:spPr>
          <a:xfrm>
            <a:off x="4215264" y="1122849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4F26879-6698-BF73-7C48-9BF96E958AFF}"/>
              </a:ext>
            </a:extLst>
          </p:cNvPr>
          <p:cNvSpPr txBox="1"/>
          <p:nvPr/>
        </p:nvSpPr>
        <p:spPr>
          <a:xfrm>
            <a:off x="6173623" y="639326"/>
            <a:ext cx="1669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50000"/>
                  </a:schemeClr>
                </a:solidFill>
              </a:rPr>
              <a:t>HTS reads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DBA757-6C96-AC37-4F7A-E317F408F3B8}"/>
              </a:ext>
            </a:extLst>
          </p:cNvPr>
          <p:cNvSpPr txBox="1"/>
          <p:nvPr/>
        </p:nvSpPr>
        <p:spPr>
          <a:xfrm>
            <a:off x="8220172" y="2485464"/>
            <a:ext cx="1412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Reference</a:t>
            </a:r>
            <a:b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genome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6A6D6C-D647-A77A-CE47-C9A83FE1A05E}"/>
              </a:ext>
            </a:extLst>
          </p:cNvPr>
          <p:cNvCxnSpPr>
            <a:cxnSpLocks/>
          </p:cNvCxnSpPr>
          <p:nvPr/>
        </p:nvCxnSpPr>
        <p:spPr>
          <a:xfrm>
            <a:off x="2730426" y="876514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E05692-90FF-FDD3-5337-73E57A85BC7E}"/>
              </a:ext>
            </a:extLst>
          </p:cNvPr>
          <p:cNvCxnSpPr>
            <a:cxnSpLocks/>
          </p:cNvCxnSpPr>
          <p:nvPr/>
        </p:nvCxnSpPr>
        <p:spPr>
          <a:xfrm>
            <a:off x="3011830" y="73433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465775-2F6E-A892-719F-5C58F64AEAB9}"/>
              </a:ext>
            </a:extLst>
          </p:cNvPr>
          <p:cNvCxnSpPr>
            <a:cxnSpLocks/>
          </p:cNvCxnSpPr>
          <p:nvPr/>
        </p:nvCxnSpPr>
        <p:spPr>
          <a:xfrm>
            <a:off x="4923885" y="36391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6CE8C8-D3E4-C8F8-A55B-F7C695DF3F48}"/>
              </a:ext>
            </a:extLst>
          </p:cNvPr>
          <p:cNvCxnSpPr>
            <a:cxnSpLocks/>
          </p:cNvCxnSpPr>
          <p:nvPr/>
        </p:nvCxnSpPr>
        <p:spPr>
          <a:xfrm>
            <a:off x="2866076" y="47842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0FEA511-8D26-AE10-FEED-77BA96B0B21F}"/>
              </a:ext>
            </a:extLst>
          </p:cNvPr>
          <p:cNvCxnSpPr>
            <a:cxnSpLocks/>
          </p:cNvCxnSpPr>
          <p:nvPr/>
        </p:nvCxnSpPr>
        <p:spPr>
          <a:xfrm>
            <a:off x="1017523" y="228508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00A08A1-62F4-B0C3-85DA-B417B598FB05}"/>
              </a:ext>
            </a:extLst>
          </p:cNvPr>
          <p:cNvCxnSpPr>
            <a:cxnSpLocks/>
          </p:cNvCxnSpPr>
          <p:nvPr/>
        </p:nvCxnSpPr>
        <p:spPr>
          <a:xfrm>
            <a:off x="1405324" y="239820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635DBE-4A5C-83BF-5FCA-9034CE1EE17E}"/>
              </a:ext>
            </a:extLst>
          </p:cNvPr>
          <p:cNvCxnSpPr>
            <a:cxnSpLocks/>
          </p:cNvCxnSpPr>
          <p:nvPr/>
        </p:nvCxnSpPr>
        <p:spPr>
          <a:xfrm>
            <a:off x="2016765" y="2511328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C3D948-6451-EB83-AC70-1F211013873B}"/>
              </a:ext>
            </a:extLst>
          </p:cNvPr>
          <p:cNvCxnSpPr>
            <a:cxnSpLocks/>
          </p:cNvCxnSpPr>
          <p:nvPr/>
        </p:nvCxnSpPr>
        <p:spPr>
          <a:xfrm>
            <a:off x="2225054" y="2615023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E01C1A7-8E62-F4CB-EEC4-53F2CD1AAE46}"/>
              </a:ext>
            </a:extLst>
          </p:cNvPr>
          <p:cNvSpPr txBox="1"/>
          <p:nvPr/>
        </p:nvSpPr>
        <p:spPr>
          <a:xfrm>
            <a:off x="1605573" y="2833592"/>
            <a:ext cx="166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Assembly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8E69D4-BDB2-B182-EDCE-28F9131B488C}"/>
              </a:ext>
            </a:extLst>
          </p:cNvPr>
          <p:cNvSpPr txBox="1"/>
          <p:nvPr/>
        </p:nvSpPr>
        <p:spPr>
          <a:xfrm>
            <a:off x="5366353" y="2833592"/>
            <a:ext cx="166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Alignment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831BE4-B967-9D2E-A7D2-3DB707DFDDD2}"/>
              </a:ext>
            </a:extLst>
          </p:cNvPr>
          <p:cNvCxnSpPr>
            <a:cxnSpLocks/>
          </p:cNvCxnSpPr>
          <p:nvPr/>
        </p:nvCxnSpPr>
        <p:spPr>
          <a:xfrm>
            <a:off x="4338593" y="2615023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4E0C2F-1A03-9BCA-F373-13D35F5DF8A2}"/>
              </a:ext>
            </a:extLst>
          </p:cNvPr>
          <p:cNvCxnSpPr>
            <a:cxnSpLocks/>
          </p:cNvCxnSpPr>
          <p:nvPr/>
        </p:nvCxnSpPr>
        <p:spPr>
          <a:xfrm>
            <a:off x="4468800" y="2511328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A59AB85-A8AC-BD3C-2FDD-CDB4D7BA46F4}"/>
              </a:ext>
            </a:extLst>
          </p:cNvPr>
          <p:cNvCxnSpPr>
            <a:cxnSpLocks/>
          </p:cNvCxnSpPr>
          <p:nvPr/>
        </p:nvCxnSpPr>
        <p:spPr>
          <a:xfrm>
            <a:off x="4338593" y="239820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BCE4441-B324-30E6-D7EA-DEBCB258402F}"/>
              </a:ext>
            </a:extLst>
          </p:cNvPr>
          <p:cNvCxnSpPr>
            <a:cxnSpLocks/>
          </p:cNvCxnSpPr>
          <p:nvPr/>
        </p:nvCxnSpPr>
        <p:spPr>
          <a:xfrm>
            <a:off x="4434172" y="228075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83277CC-9124-16F6-F481-D5CF43C83C0F}"/>
              </a:ext>
            </a:extLst>
          </p:cNvPr>
          <p:cNvCxnSpPr>
            <a:cxnSpLocks/>
          </p:cNvCxnSpPr>
          <p:nvPr/>
        </p:nvCxnSpPr>
        <p:spPr>
          <a:xfrm>
            <a:off x="5445049" y="2615023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53D6DA-DB89-341E-2AC6-9B88E7C57800}"/>
              </a:ext>
            </a:extLst>
          </p:cNvPr>
          <p:cNvCxnSpPr>
            <a:cxnSpLocks/>
          </p:cNvCxnSpPr>
          <p:nvPr/>
        </p:nvCxnSpPr>
        <p:spPr>
          <a:xfrm>
            <a:off x="6081018" y="2511328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08C92D4-5E82-8E71-75EA-AD623F414194}"/>
              </a:ext>
            </a:extLst>
          </p:cNvPr>
          <p:cNvCxnSpPr>
            <a:cxnSpLocks/>
          </p:cNvCxnSpPr>
          <p:nvPr/>
        </p:nvCxnSpPr>
        <p:spPr>
          <a:xfrm>
            <a:off x="7109463" y="260663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52D2F63-6C82-82A6-6B4E-73CC817E17E7}"/>
              </a:ext>
            </a:extLst>
          </p:cNvPr>
          <p:cNvCxnSpPr>
            <a:cxnSpLocks/>
          </p:cNvCxnSpPr>
          <p:nvPr/>
        </p:nvCxnSpPr>
        <p:spPr>
          <a:xfrm>
            <a:off x="7239670" y="250293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8D7A095-6109-D755-087D-82816E069504}"/>
              </a:ext>
            </a:extLst>
          </p:cNvPr>
          <p:cNvCxnSpPr>
            <a:cxnSpLocks/>
          </p:cNvCxnSpPr>
          <p:nvPr/>
        </p:nvCxnSpPr>
        <p:spPr>
          <a:xfrm>
            <a:off x="7109463" y="238981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E3EDFF-49A6-B342-312E-CB948DBCDBC0}"/>
              </a:ext>
            </a:extLst>
          </p:cNvPr>
          <p:cNvCxnSpPr>
            <a:cxnSpLocks/>
          </p:cNvCxnSpPr>
          <p:nvPr/>
        </p:nvCxnSpPr>
        <p:spPr>
          <a:xfrm>
            <a:off x="7205042" y="2272364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092798E-4124-65B3-89C1-1A3A8C09E818}"/>
              </a:ext>
            </a:extLst>
          </p:cNvPr>
          <p:cNvCxnSpPr>
            <a:cxnSpLocks/>
          </p:cNvCxnSpPr>
          <p:nvPr/>
        </p:nvCxnSpPr>
        <p:spPr>
          <a:xfrm>
            <a:off x="2573839" y="272638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wn Arrow 49">
            <a:extLst>
              <a:ext uri="{FF2B5EF4-FFF2-40B4-BE49-F238E27FC236}">
                <a16:creationId xmlns:a16="http://schemas.microsoft.com/office/drawing/2014/main" id="{6B401B88-D491-B647-862D-717CBA6FE888}"/>
              </a:ext>
            </a:extLst>
          </p:cNvPr>
          <p:cNvSpPr/>
          <p:nvPr/>
        </p:nvSpPr>
        <p:spPr>
          <a:xfrm rot="18848709">
            <a:off x="4621072" y="1538371"/>
            <a:ext cx="130292" cy="57603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own Arrow 50">
            <a:extLst>
              <a:ext uri="{FF2B5EF4-FFF2-40B4-BE49-F238E27FC236}">
                <a16:creationId xmlns:a16="http://schemas.microsoft.com/office/drawing/2014/main" id="{C8F66121-00D3-6D0B-2699-E44BF6CBEF6E}"/>
              </a:ext>
            </a:extLst>
          </p:cNvPr>
          <p:cNvSpPr/>
          <p:nvPr/>
        </p:nvSpPr>
        <p:spPr>
          <a:xfrm rot="3003371">
            <a:off x="3415293" y="1550852"/>
            <a:ext cx="130292" cy="57603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own Arrow 51">
            <a:extLst>
              <a:ext uri="{FF2B5EF4-FFF2-40B4-BE49-F238E27FC236}">
                <a16:creationId xmlns:a16="http://schemas.microsoft.com/office/drawing/2014/main" id="{F70F23EF-19DE-47D4-E8AB-707C94BDB27C}"/>
              </a:ext>
            </a:extLst>
          </p:cNvPr>
          <p:cNvSpPr/>
          <p:nvPr/>
        </p:nvSpPr>
        <p:spPr>
          <a:xfrm>
            <a:off x="2094762" y="3209554"/>
            <a:ext cx="130292" cy="506662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02FEAD9-55E3-AF55-C55E-3C4AD42E6500}"/>
              </a:ext>
            </a:extLst>
          </p:cNvPr>
          <p:cNvCxnSpPr>
            <a:cxnSpLocks/>
          </p:cNvCxnSpPr>
          <p:nvPr/>
        </p:nvCxnSpPr>
        <p:spPr>
          <a:xfrm>
            <a:off x="1017523" y="3927224"/>
            <a:ext cx="2331918" cy="0"/>
          </a:xfrm>
          <a:prstGeom prst="line">
            <a:avLst/>
          </a:prstGeom>
          <a:ln w="1270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74CE60-5013-2B33-4458-AA8B09681ECD}"/>
              </a:ext>
            </a:extLst>
          </p:cNvPr>
          <p:cNvSpPr txBox="1"/>
          <p:nvPr/>
        </p:nvSpPr>
        <p:spPr>
          <a:xfrm>
            <a:off x="3378509" y="3622310"/>
            <a:ext cx="1412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Reference</a:t>
            </a:r>
            <a:b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genome</a:t>
            </a:r>
          </a:p>
        </p:txBody>
      </p:sp>
    </p:spTree>
    <p:extLst>
      <p:ext uri="{BB962C8B-B14F-4D97-AF65-F5344CB8AC3E}">
        <p14:creationId xmlns:p14="http://schemas.microsoft.com/office/powerpoint/2010/main" val="3794654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582A-96A6-6A8E-1CF1-E652B547C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EC63B12-BFFD-1AB1-3362-122943615CF9}"/>
              </a:ext>
            </a:extLst>
          </p:cNvPr>
          <p:cNvCxnSpPr>
            <a:cxnSpLocks/>
          </p:cNvCxnSpPr>
          <p:nvPr/>
        </p:nvCxnSpPr>
        <p:spPr>
          <a:xfrm>
            <a:off x="709979" y="3188786"/>
            <a:ext cx="4129683" cy="1"/>
          </a:xfrm>
          <a:prstGeom prst="line">
            <a:avLst/>
          </a:prstGeom>
          <a:ln w="1270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16CB07-B6A3-9DA1-F92B-D10724ADC050}"/>
              </a:ext>
            </a:extLst>
          </p:cNvPr>
          <p:cNvCxnSpPr>
            <a:cxnSpLocks/>
          </p:cNvCxnSpPr>
          <p:nvPr/>
        </p:nvCxnSpPr>
        <p:spPr>
          <a:xfrm>
            <a:off x="709980" y="1641779"/>
            <a:ext cx="4129683" cy="1"/>
          </a:xfrm>
          <a:prstGeom prst="line">
            <a:avLst/>
          </a:prstGeom>
          <a:ln w="1270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E6A302D-1193-B337-69D5-0D59BAB8C60F}"/>
              </a:ext>
            </a:extLst>
          </p:cNvPr>
          <p:cNvSpPr txBox="1"/>
          <p:nvPr/>
        </p:nvSpPr>
        <p:spPr>
          <a:xfrm>
            <a:off x="709978" y="1716904"/>
            <a:ext cx="4129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Variant detection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284670A-FCE5-0AE7-2F99-940C522C9DC7}"/>
              </a:ext>
            </a:extLst>
          </p:cNvPr>
          <p:cNvCxnSpPr>
            <a:cxnSpLocks/>
          </p:cNvCxnSpPr>
          <p:nvPr/>
        </p:nvCxnSpPr>
        <p:spPr>
          <a:xfrm>
            <a:off x="958084" y="147895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0CB54F1-5416-7042-4DAE-0716EEEC1EB2}"/>
              </a:ext>
            </a:extLst>
          </p:cNvPr>
          <p:cNvCxnSpPr>
            <a:cxnSpLocks/>
          </p:cNvCxnSpPr>
          <p:nvPr/>
        </p:nvCxnSpPr>
        <p:spPr>
          <a:xfrm>
            <a:off x="1088291" y="137525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BAD2CF-3B0C-326E-5C6A-746DC4AF6F6A}"/>
              </a:ext>
            </a:extLst>
          </p:cNvPr>
          <p:cNvCxnSpPr>
            <a:cxnSpLocks/>
          </p:cNvCxnSpPr>
          <p:nvPr/>
        </p:nvCxnSpPr>
        <p:spPr>
          <a:xfrm>
            <a:off x="958084" y="126213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378246-0B4B-E7E3-C02B-7DE47462C10C}"/>
              </a:ext>
            </a:extLst>
          </p:cNvPr>
          <p:cNvCxnSpPr>
            <a:cxnSpLocks/>
          </p:cNvCxnSpPr>
          <p:nvPr/>
        </p:nvCxnSpPr>
        <p:spPr>
          <a:xfrm>
            <a:off x="1053663" y="1144684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3029FB-0F27-8D2D-9AB1-1F788ED110BA}"/>
              </a:ext>
            </a:extLst>
          </p:cNvPr>
          <p:cNvCxnSpPr>
            <a:cxnSpLocks/>
          </p:cNvCxnSpPr>
          <p:nvPr/>
        </p:nvCxnSpPr>
        <p:spPr>
          <a:xfrm>
            <a:off x="2064540" y="1478951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52793A-95FD-0AD9-28AB-899E9B9662EC}"/>
              </a:ext>
            </a:extLst>
          </p:cNvPr>
          <p:cNvCxnSpPr>
            <a:cxnSpLocks/>
          </p:cNvCxnSpPr>
          <p:nvPr/>
        </p:nvCxnSpPr>
        <p:spPr>
          <a:xfrm>
            <a:off x="2700509" y="137525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3BCB0D5-5142-BBF4-C732-B9F855EF9378}"/>
              </a:ext>
            </a:extLst>
          </p:cNvPr>
          <p:cNvCxnSpPr>
            <a:cxnSpLocks/>
          </p:cNvCxnSpPr>
          <p:nvPr/>
        </p:nvCxnSpPr>
        <p:spPr>
          <a:xfrm>
            <a:off x="3728954" y="1470559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5F5A2C-29D1-DE3D-188F-791FAED8FC20}"/>
              </a:ext>
            </a:extLst>
          </p:cNvPr>
          <p:cNvCxnSpPr>
            <a:cxnSpLocks/>
          </p:cNvCxnSpPr>
          <p:nvPr/>
        </p:nvCxnSpPr>
        <p:spPr>
          <a:xfrm>
            <a:off x="3859161" y="1366864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02EDC95-A704-F60F-63D9-9877A064298E}"/>
              </a:ext>
            </a:extLst>
          </p:cNvPr>
          <p:cNvCxnSpPr>
            <a:cxnSpLocks/>
          </p:cNvCxnSpPr>
          <p:nvPr/>
        </p:nvCxnSpPr>
        <p:spPr>
          <a:xfrm>
            <a:off x="3728954" y="1253743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A0C6680-6DDD-A8E7-AF61-5735BE73A9CF}"/>
              </a:ext>
            </a:extLst>
          </p:cNvPr>
          <p:cNvCxnSpPr>
            <a:cxnSpLocks/>
          </p:cNvCxnSpPr>
          <p:nvPr/>
        </p:nvCxnSpPr>
        <p:spPr>
          <a:xfrm>
            <a:off x="3824533" y="1136292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AA74885-4D85-2191-3082-294842E9AF01}"/>
              </a:ext>
            </a:extLst>
          </p:cNvPr>
          <p:cNvCxnSpPr>
            <a:cxnSpLocks/>
          </p:cNvCxnSpPr>
          <p:nvPr/>
        </p:nvCxnSpPr>
        <p:spPr>
          <a:xfrm>
            <a:off x="1325698" y="1262135"/>
            <a:ext cx="91440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505C9B-5790-B451-A49D-8103E98F51FF}"/>
              </a:ext>
            </a:extLst>
          </p:cNvPr>
          <p:cNvCxnSpPr>
            <a:cxnSpLocks/>
          </p:cNvCxnSpPr>
          <p:nvPr/>
        </p:nvCxnSpPr>
        <p:spPr>
          <a:xfrm>
            <a:off x="1325698" y="1144687"/>
            <a:ext cx="91440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90A30DD-47AB-9D65-5965-738C46EEC2DA}"/>
              </a:ext>
            </a:extLst>
          </p:cNvPr>
          <p:cNvCxnSpPr>
            <a:cxnSpLocks/>
          </p:cNvCxnSpPr>
          <p:nvPr/>
        </p:nvCxnSpPr>
        <p:spPr>
          <a:xfrm>
            <a:off x="1321079" y="1479188"/>
            <a:ext cx="91440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570B8E0-219C-3A27-A313-E2C24492400B}"/>
              </a:ext>
            </a:extLst>
          </p:cNvPr>
          <p:cNvCxnSpPr>
            <a:cxnSpLocks/>
          </p:cNvCxnSpPr>
          <p:nvPr/>
        </p:nvCxnSpPr>
        <p:spPr>
          <a:xfrm>
            <a:off x="1316463" y="1372974"/>
            <a:ext cx="91440" cy="0"/>
          </a:xfrm>
          <a:prstGeom prst="line">
            <a:avLst/>
          </a:prstGeom>
          <a:ln w="444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3B2C6AB-25B9-8EAE-47B3-E68275B8FF9C}"/>
              </a:ext>
            </a:extLst>
          </p:cNvPr>
          <p:cNvCxnSpPr>
            <a:cxnSpLocks/>
          </p:cNvCxnSpPr>
          <p:nvPr/>
        </p:nvCxnSpPr>
        <p:spPr>
          <a:xfrm>
            <a:off x="3907266" y="1257520"/>
            <a:ext cx="91440" cy="0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51EFCF3-0EB1-81AF-2FE3-7E1B9C6F1FF4}"/>
              </a:ext>
            </a:extLst>
          </p:cNvPr>
          <p:cNvCxnSpPr>
            <a:cxnSpLocks/>
          </p:cNvCxnSpPr>
          <p:nvPr/>
        </p:nvCxnSpPr>
        <p:spPr>
          <a:xfrm>
            <a:off x="3907266" y="1140072"/>
            <a:ext cx="91440" cy="0"/>
          </a:xfrm>
          <a:prstGeom prst="line">
            <a:avLst/>
          </a:prstGeom>
          <a:ln w="444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57806F8-B14C-EA9F-9778-92B6CB91E4CA}"/>
              </a:ext>
            </a:extLst>
          </p:cNvPr>
          <p:cNvCxnSpPr>
            <a:cxnSpLocks/>
          </p:cNvCxnSpPr>
          <p:nvPr/>
        </p:nvCxnSpPr>
        <p:spPr>
          <a:xfrm>
            <a:off x="3902647" y="1465337"/>
            <a:ext cx="91440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9AD977B-3972-1FE6-D750-D8A1AD4B398C}"/>
              </a:ext>
            </a:extLst>
          </p:cNvPr>
          <p:cNvCxnSpPr>
            <a:cxnSpLocks/>
          </p:cNvCxnSpPr>
          <p:nvPr/>
        </p:nvCxnSpPr>
        <p:spPr>
          <a:xfrm>
            <a:off x="3898031" y="1368359"/>
            <a:ext cx="91440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701774D-3448-9964-A24B-972ECD4B1CDD}"/>
              </a:ext>
            </a:extLst>
          </p:cNvPr>
          <p:cNvCxnSpPr>
            <a:cxnSpLocks/>
          </p:cNvCxnSpPr>
          <p:nvPr/>
        </p:nvCxnSpPr>
        <p:spPr>
          <a:xfrm>
            <a:off x="1017100" y="3188786"/>
            <a:ext cx="1282755" cy="0"/>
          </a:xfrm>
          <a:prstGeom prst="line">
            <a:avLst/>
          </a:prstGeom>
          <a:ln w="2286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E5DF136-66F5-2B78-B70E-291BF82DFE4D}"/>
              </a:ext>
            </a:extLst>
          </p:cNvPr>
          <p:cNvCxnSpPr>
            <a:cxnSpLocks/>
          </p:cNvCxnSpPr>
          <p:nvPr/>
        </p:nvCxnSpPr>
        <p:spPr>
          <a:xfrm>
            <a:off x="2918533" y="3188786"/>
            <a:ext cx="1733223" cy="0"/>
          </a:xfrm>
          <a:prstGeom prst="line">
            <a:avLst/>
          </a:prstGeom>
          <a:ln w="2286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FD84591-1E2B-1F53-314B-17B9F040B647}"/>
              </a:ext>
            </a:extLst>
          </p:cNvPr>
          <p:cNvCxnSpPr>
            <a:cxnSpLocks/>
          </p:cNvCxnSpPr>
          <p:nvPr/>
        </p:nvCxnSpPr>
        <p:spPr>
          <a:xfrm>
            <a:off x="1114663" y="296843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B7D9E2E-9D99-CBFD-E7E0-7F0CA1DB976A}"/>
              </a:ext>
            </a:extLst>
          </p:cNvPr>
          <p:cNvCxnSpPr>
            <a:cxnSpLocks/>
          </p:cNvCxnSpPr>
          <p:nvPr/>
        </p:nvCxnSpPr>
        <p:spPr>
          <a:xfrm>
            <a:off x="1502464" y="2876290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C3B09C0-6C70-9188-6727-3BD5B9A12D2A}"/>
              </a:ext>
            </a:extLst>
          </p:cNvPr>
          <p:cNvCxnSpPr>
            <a:cxnSpLocks/>
          </p:cNvCxnSpPr>
          <p:nvPr/>
        </p:nvCxnSpPr>
        <p:spPr>
          <a:xfrm>
            <a:off x="1114663" y="276085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5778FF5-1B73-6A2D-4C43-22954504C8B8}"/>
              </a:ext>
            </a:extLst>
          </p:cNvPr>
          <p:cNvCxnSpPr>
            <a:cxnSpLocks/>
          </p:cNvCxnSpPr>
          <p:nvPr/>
        </p:nvCxnSpPr>
        <p:spPr>
          <a:xfrm>
            <a:off x="1298174" y="265709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766ADD9-A8DD-E21C-E571-63E14EE25950}"/>
              </a:ext>
            </a:extLst>
          </p:cNvPr>
          <p:cNvCxnSpPr>
            <a:cxnSpLocks/>
          </p:cNvCxnSpPr>
          <p:nvPr/>
        </p:nvCxnSpPr>
        <p:spPr>
          <a:xfrm>
            <a:off x="2953352" y="2968436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8C332B9-57F1-00A6-AED8-E0AC56885122}"/>
              </a:ext>
            </a:extLst>
          </p:cNvPr>
          <p:cNvCxnSpPr>
            <a:cxnSpLocks/>
          </p:cNvCxnSpPr>
          <p:nvPr/>
        </p:nvCxnSpPr>
        <p:spPr>
          <a:xfrm>
            <a:off x="3109931" y="2866209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1C5200F-9EC8-8872-530E-5C38B3BFB478}"/>
              </a:ext>
            </a:extLst>
          </p:cNvPr>
          <p:cNvCxnSpPr>
            <a:cxnSpLocks/>
          </p:cNvCxnSpPr>
          <p:nvPr/>
        </p:nvCxnSpPr>
        <p:spPr>
          <a:xfrm>
            <a:off x="3885533" y="2960044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9B24111-EA1E-C5D6-3AB9-86FD7BD57C4B}"/>
              </a:ext>
            </a:extLst>
          </p:cNvPr>
          <p:cNvCxnSpPr>
            <a:cxnSpLocks/>
          </p:cNvCxnSpPr>
          <p:nvPr/>
        </p:nvCxnSpPr>
        <p:spPr>
          <a:xfrm>
            <a:off x="4015740" y="2856349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093D3C4-A64F-D1CB-04BF-EE4FCCD0FA05}"/>
              </a:ext>
            </a:extLst>
          </p:cNvPr>
          <p:cNvCxnSpPr>
            <a:cxnSpLocks/>
          </p:cNvCxnSpPr>
          <p:nvPr/>
        </p:nvCxnSpPr>
        <p:spPr>
          <a:xfrm>
            <a:off x="3610905" y="2742412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F39F0DC-656C-E711-BDEE-78B38F9F6BCD}"/>
              </a:ext>
            </a:extLst>
          </p:cNvPr>
          <p:cNvCxnSpPr>
            <a:cxnSpLocks/>
          </p:cNvCxnSpPr>
          <p:nvPr/>
        </p:nvCxnSpPr>
        <p:spPr>
          <a:xfrm>
            <a:off x="3369274" y="2646055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75798FE-DC0B-BA97-DF95-C0BE5C055FAA}"/>
              </a:ext>
            </a:extLst>
          </p:cNvPr>
          <p:cNvCxnSpPr>
            <a:cxnSpLocks/>
          </p:cNvCxnSpPr>
          <p:nvPr/>
        </p:nvCxnSpPr>
        <p:spPr>
          <a:xfrm>
            <a:off x="3728954" y="2539837"/>
            <a:ext cx="775602" cy="0"/>
          </a:xfrm>
          <a:prstGeom prst="line">
            <a:avLst/>
          </a:prstGeom>
          <a:ln w="444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08FEFFB-A848-CD08-CDFB-AC8D6D60C372}"/>
              </a:ext>
            </a:extLst>
          </p:cNvPr>
          <p:cNvSpPr txBox="1"/>
          <p:nvPr/>
        </p:nvSpPr>
        <p:spPr>
          <a:xfrm>
            <a:off x="709979" y="3409136"/>
            <a:ext cx="4129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RNA-Seq</a:t>
            </a:r>
          </a:p>
        </p:txBody>
      </p:sp>
    </p:spTree>
    <p:extLst>
      <p:ext uri="{BB962C8B-B14F-4D97-AF65-F5344CB8AC3E}">
        <p14:creationId xmlns:p14="http://schemas.microsoft.com/office/powerpoint/2010/main" val="280544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AFE111-A09E-2202-0283-AD84943F0A85}"/>
              </a:ext>
            </a:extLst>
          </p:cNvPr>
          <p:cNvCxnSpPr>
            <a:cxnSpLocks/>
          </p:cNvCxnSpPr>
          <p:nvPr/>
        </p:nvCxnSpPr>
        <p:spPr>
          <a:xfrm>
            <a:off x="2227032" y="307356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12FE6C-C2F0-91FB-9941-AF78E25A24B5}"/>
              </a:ext>
            </a:extLst>
          </p:cNvPr>
          <p:cNvCxnSpPr>
            <a:cxnSpLocks/>
          </p:cNvCxnSpPr>
          <p:nvPr/>
        </p:nvCxnSpPr>
        <p:spPr>
          <a:xfrm>
            <a:off x="972999" y="3382751"/>
            <a:ext cx="6428509" cy="0"/>
          </a:xfrm>
          <a:prstGeom prst="line">
            <a:avLst/>
          </a:prstGeom>
          <a:ln w="698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BFFD83-923E-77D8-6B26-120AF2782987}"/>
              </a:ext>
            </a:extLst>
          </p:cNvPr>
          <p:cNvCxnSpPr>
            <a:cxnSpLocks/>
          </p:cNvCxnSpPr>
          <p:nvPr/>
        </p:nvCxnSpPr>
        <p:spPr>
          <a:xfrm>
            <a:off x="1453290" y="3382751"/>
            <a:ext cx="1624330" cy="0"/>
          </a:xfrm>
          <a:prstGeom prst="line">
            <a:avLst/>
          </a:prstGeom>
          <a:ln w="158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5FF8D2-2DB5-DC09-6FA2-B7ABFCA260A6}"/>
              </a:ext>
            </a:extLst>
          </p:cNvPr>
          <p:cNvCxnSpPr>
            <a:cxnSpLocks/>
          </p:cNvCxnSpPr>
          <p:nvPr/>
        </p:nvCxnSpPr>
        <p:spPr>
          <a:xfrm>
            <a:off x="4304320" y="3382751"/>
            <a:ext cx="1733223" cy="0"/>
          </a:xfrm>
          <a:prstGeom prst="line">
            <a:avLst/>
          </a:prstGeom>
          <a:ln w="1587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DFAE7CA-E1EB-37DA-976F-8D8F2E79C283}"/>
              </a:ext>
            </a:extLst>
          </p:cNvPr>
          <p:cNvCxnSpPr>
            <a:cxnSpLocks/>
          </p:cNvCxnSpPr>
          <p:nvPr/>
        </p:nvCxnSpPr>
        <p:spPr>
          <a:xfrm>
            <a:off x="2665759" y="141102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A593C5-215C-73DA-062E-040AE609FA11}"/>
              </a:ext>
            </a:extLst>
          </p:cNvPr>
          <p:cNvCxnSpPr>
            <a:cxnSpLocks/>
          </p:cNvCxnSpPr>
          <p:nvPr/>
        </p:nvCxnSpPr>
        <p:spPr>
          <a:xfrm>
            <a:off x="3617947" y="582766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8DA6FBB-755F-A800-CF1F-94D28249ACB3}"/>
              </a:ext>
            </a:extLst>
          </p:cNvPr>
          <p:cNvCxnSpPr>
            <a:cxnSpLocks/>
          </p:cNvCxnSpPr>
          <p:nvPr/>
        </p:nvCxnSpPr>
        <p:spPr>
          <a:xfrm>
            <a:off x="1470909" y="999408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A52AD3-D9B1-D565-07C7-18882135A262}"/>
              </a:ext>
            </a:extLst>
          </p:cNvPr>
          <p:cNvCxnSpPr>
            <a:cxnSpLocks/>
          </p:cNvCxnSpPr>
          <p:nvPr/>
        </p:nvCxnSpPr>
        <p:spPr>
          <a:xfrm>
            <a:off x="2302018" y="931355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9CFA6AE-073A-7364-57B6-2E8FE82A5460}"/>
              </a:ext>
            </a:extLst>
          </p:cNvPr>
          <p:cNvCxnSpPr>
            <a:cxnSpLocks/>
          </p:cNvCxnSpPr>
          <p:nvPr/>
        </p:nvCxnSpPr>
        <p:spPr>
          <a:xfrm>
            <a:off x="2110861" y="1184811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C66A18-3E19-8DD0-6976-08BC8A9F40D5}"/>
              </a:ext>
            </a:extLst>
          </p:cNvPr>
          <p:cNvCxnSpPr>
            <a:cxnSpLocks/>
          </p:cNvCxnSpPr>
          <p:nvPr/>
        </p:nvCxnSpPr>
        <p:spPr>
          <a:xfrm>
            <a:off x="3906202" y="1248721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BEF6B1D-C020-F8DF-FA71-028F4A49D007}"/>
              </a:ext>
            </a:extLst>
          </p:cNvPr>
          <p:cNvCxnSpPr>
            <a:cxnSpLocks/>
          </p:cNvCxnSpPr>
          <p:nvPr/>
        </p:nvCxnSpPr>
        <p:spPr>
          <a:xfrm>
            <a:off x="3230146" y="418192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BCA192-F358-720B-E266-52AA79EA3777}"/>
              </a:ext>
            </a:extLst>
          </p:cNvPr>
          <p:cNvCxnSpPr>
            <a:cxnSpLocks/>
          </p:cNvCxnSpPr>
          <p:nvPr/>
        </p:nvCxnSpPr>
        <p:spPr>
          <a:xfrm>
            <a:off x="2537419" y="669781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85EA83-6515-6816-7A28-3B0B2F0917E6}"/>
              </a:ext>
            </a:extLst>
          </p:cNvPr>
          <p:cNvCxnSpPr>
            <a:cxnSpLocks/>
          </p:cNvCxnSpPr>
          <p:nvPr/>
        </p:nvCxnSpPr>
        <p:spPr>
          <a:xfrm>
            <a:off x="2689819" y="816281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14E795C-B40E-AD5D-6C57-A6B5FFEEC796}"/>
              </a:ext>
            </a:extLst>
          </p:cNvPr>
          <p:cNvCxnSpPr>
            <a:cxnSpLocks/>
          </p:cNvCxnSpPr>
          <p:nvPr/>
        </p:nvCxnSpPr>
        <p:spPr>
          <a:xfrm>
            <a:off x="3733556" y="949285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522EC1F-CC3E-AFA2-38D5-3148027A1AF1}"/>
              </a:ext>
            </a:extLst>
          </p:cNvPr>
          <p:cNvCxnSpPr>
            <a:cxnSpLocks/>
          </p:cNvCxnSpPr>
          <p:nvPr/>
        </p:nvCxnSpPr>
        <p:spPr>
          <a:xfrm>
            <a:off x="1616663" y="1360987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9531DF3-31D1-76F6-2124-AD56D833916F}"/>
              </a:ext>
            </a:extLst>
          </p:cNvPr>
          <p:cNvCxnSpPr>
            <a:cxnSpLocks/>
          </p:cNvCxnSpPr>
          <p:nvPr/>
        </p:nvCxnSpPr>
        <p:spPr>
          <a:xfrm>
            <a:off x="2767494" y="1360987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CF482ED-1E92-3FFE-49A8-BA042B0F3334}"/>
              </a:ext>
            </a:extLst>
          </p:cNvPr>
          <p:cNvCxnSpPr>
            <a:cxnSpLocks/>
          </p:cNvCxnSpPr>
          <p:nvPr/>
        </p:nvCxnSpPr>
        <p:spPr>
          <a:xfrm>
            <a:off x="2498662" y="496732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18CE822-927A-B7B9-FC8E-9826B1859B22}"/>
              </a:ext>
            </a:extLst>
          </p:cNvPr>
          <p:cNvCxnSpPr>
            <a:cxnSpLocks/>
          </p:cNvCxnSpPr>
          <p:nvPr/>
        </p:nvCxnSpPr>
        <p:spPr>
          <a:xfrm>
            <a:off x="3847610" y="767494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5DCBD6A-0102-272C-3EC2-29D14EBCAACA}"/>
              </a:ext>
            </a:extLst>
          </p:cNvPr>
          <p:cNvCxnSpPr>
            <a:cxnSpLocks/>
          </p:cNvCxnSpPr>
          <p:nvPr/>
        </p:nvCxnSpPr>
        <p:spPr>
          <a:xfrm>
            <a:off x="2820097" y="1066289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3D0DB6A-FD55-86DC-8C6F-15AEE7C00605}"/>
              </a:ext>
            </a:extLst>
          </p:cNvPr>
          <p:cNvSpPr txBox="1"/>
          <p:nvPr/>
        </p:nvSpPr>
        <p:spPr>
          <a:xfrm>
            <a:off x="7466028" y="564173"/>
            <a:ext cx="166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Reads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45FD73-3DA7-0858-82B1-9A7483F0CF14}"/>
              </a:ext>
            </a:extLst>
          </p:cNvPr>
          <p:cNvSpPr txBox="1"/>
          <p:nvPr/>
        </p:nvSpPr>
        <p:spPr>
          <a:xfrm>
            <a:off x="7466028" y="3059668"/>
            <a:ext cx="1412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Reference</a:t>
            </a:r>
            <a:br>
              <a:rPr lang="en-U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genome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C3CEEC-47AC-5E0C-1EF7-816141658197}"/>
              </a:ext>
            </a:extLst>
          </p:cNvPr>
          <p:cNvCxnSpPr>
            <a:cxnSpLocks/>
          </p:cNvCxnSpPr>
          <p:nvPr/>
        </p:nvCxnSpPr>
        <p:spPr>
          <a:xfrm>
            <a:off x="1335259" y="819954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B35248-E9C0-DCB8-AA49-5BDADB88681A}"/>
              </a:ext>
            </a:extLst>
          </p:cNvPr>
          <p:cNvCxnSpPr>
            <a:cxnSpLocks/>
          </p:cNvCxnSpPr>
          <p:nvPr/>
        </p:nvCxnSpPr>
        <p:spPr>
          <a:xfrm>
            <a:off x="1616663" y="677771"/>
            <a:ext cx="775602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02B54E-D840-ED95-7186-2C8B38B7BC3A}"/>
              </a:ext>
            </a:extLst>
          </p:cNvPr>
          <p:cNvCxnSpPr>
            <a:cxnSpLocks/>
          </p:cNvCxnSpPr>
          <p:nvPr/>
        </p:nvCxnSpPr>
        <p:spPr>
          <a:xfrm>
            <a:off x="3528718" y="307356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E345B7-7F64-289F-C992-1F3268D7F4B1}"/>
              </a:ext>
            </a:extLst>
          </p:cNvPr>
          <p:cNvCxnSpPr>
            <a:cxnSpLocks/>
          </p:cNvCxnSpPr>
          <p:nvPr/>
        </p:nvCxnSpPr>
        <p:spPr>
          <a:xfrm>
            <a:off x="1470909" y="421865"/>
            <a:ext cx="775602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704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27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Poelstra, Jelmer</dc:creator>
  <cp:lastModifiedBy>Poelstra, Jelmer</cp:lastModifiedBy>
  <cp:revision>4</cp:revision>
  <dcterms:created xsi:type="dcterms:W3CDTF">2025-08-27T21:57:42Z</dcterms:created>
  <dcterms:modified xsi:type="dcterms:W3CDTF">2026-01-29T15:51:22Z</dcterms:modified>
</cp:coreProperties>
</file>